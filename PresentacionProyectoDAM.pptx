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9"/>
  </p:notesMasterIdLst>
  <p:sldIdLst>
    <p:sldId id="256" r:id="rId2"/>
    <p:sldId id="257" r:id="rId3"/>
    <p:sldId id="290" r:id="rId4"/>
    <p:sldId id="258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271" r:id="rId18"/>
  </p:sldIdLst>
  <p:sldSz cx="9144000" cy="5143500" type="screen16x9"/>
  <p:notesSz cx="6858000" cy="9144000"/>
  <p:embeddedFontLst>
    <p:embeddedFont>
      <p:font typeface="Cousine" panose="020B0604020202020204" charset="0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Press Start 2P" panose="020B0604020202020204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5D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B33A9B-2DB9-41E6-A1EB-3C8E325EA398}">
  <a:tblStyle styleId="{17B33A9B-2DB9-41E6-A1EB-3C8E325EA3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4" y="10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48de50962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48de50962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168006313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168006313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>
          <a:extLst>
            <a:ext uri="{FF2B5EF4-FFF2-40B4-BE49-F238E27FC236}">
              <a16:creationId xmlns:a16="http://schemas.microsoft.com/office/drawing/2014/main" id="{4572AB57-22FF-A8FB-438C-5B535BBED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d362d286f3_1_188:notes">
            <a:extLst>
              <a:ext uri="{FF2B5EF4-FFF2-40B4-BE49-F238E27FC236}">
                <a16:creationId xmlns:a16="http://schemas.microsoft.com/office/drawing/2014/main" id="{A6124D3F-0813-C4C2-ED4B-18A8325724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d362d286f3_1_188:notes">
            <a:extLst>
              <a:ext uri="{FF2B5EF4-FFF2-40B4-BE49-F238E27FC236}">
                <a16:creationId xmlns:a16="http://schemas.microsoft.com/office/drawing/2014/main" id="{01034761-043A-0C5F-1F0F-044BBE453C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8066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d362d286f3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d362d286f3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>
          <a:extLst>
            <a:ext uri="{FF2B5EF4-FFF2-40B4-BE49-F238E27FC236}">
              <a16:creationId xmlns:a16="http://schemas.microsoft.com/office/drawing/2014/main" id="{CC40D2CA-E434-3EC0-8082-7E4C2D784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d362d286f3_1_188:notes">
            <a:extLst>
              <a:ext uri="{FF2B5EF4-FFF2-40B4-BE49-F238E27FC236}">
                <a16:creationId xmlns:a16="http://schemas.microsoft.com/office/drawing/2014/main" id="{3DAC9E15-9F08-0279-0B0E-BD7569E712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d362d286f3_1_188:notes">
            <a:extLst>
              <a:ext uri="{FF2B5EF4-FFF2-40B4-BE49-F238E27FC236}">
                <a16:creationId xmlns:a16="http://schemas.microsoft.com/office/drawing/2014/main" id="{F22A4693-C992-477B-B9B3-609EBA1C21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7220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>
          <a:extLst>
            <a:ext uri="{FF2B5EF4-FFF2-40B4-BE49-F238E27FC236}">
              <a16:creationId xmlns:a16="http://schemas.microsoft.com/office/drawing/2014/main" id="{5CBC33EE-3112-E917-EB95-A2F1D8030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d362d286f3_1_188:notes">
            <a:extLst>
              <a:ext uri="{FF2B5EF4-FFF2-40B4-BE49-F238E27FC236}">
                <a16:creationId xmlns:a16="http://schemas.microsoft.com/office/drawing/2014/main" id="{BE377912-15B9-63AE-ACAC-C22684ECE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d362d286f3_1_188:notes">
            <a:extLst>
              <a:ext uri="{FF2B5EF4-FFF2-40B4-BE49-F238E27FC236}">
                <a16:creationId xmlns:a16="http://schemas.microsoft.com/office/drawing/2014/main" id="{B76716FD-7BA8-D4A4-61B5-0277BA893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398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>
          <a:extLst>
            <a:ext uri="{FF2B5EF4-FFF2-40B4-BE49-F238E27FC236}">
              <a16:creationId xmlns:a16="http://schemas.microsoft.com/office/drawing/2014/main" id="{F5867F7E-6179-29A9-9D1D-B27F1D6B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d362d286f3_1_188:notes">
            <a:extLst>
              <a:ext uri="{FF2B5EF4-FFF2-40B4-BE49-F238E27FC236}">
                <a16:creationId xmlns:a16="http://schemas.microsoft.com/office/drawing/2014/main" id="{38524B4E-A8D5-8938-C794-0AEDB61288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d362d286f3_1_188:notes">
            <a:extLst>
              <a:ext uri="{FF2B5EF4-FFF2-40B4-BE49-F238E27FC236}">
                <a16:creationId xmlns:a16="http://schemas.microsoft.com/office/drawing/2014/main" id="{F692F8E5-CC8F-3706-09F9-846D0EB315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740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>
          <a:extLst>
            <a:ext uri="{FF2B5EF4-FFF2-40B4-BE49-F238E27FC236}">
              <a16:creationId xmlns:a16="http://schemas.microsoft.com/office/drawing/2014/main" id="{F8DC873A-660B-B90C-B6E1-7D50E3B25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d362d286f3_1_188:notes">
            <a:extLst>
              <a:ext uri="{FF2B5EF4-FFF2-40B4-BE49-F238E27FC236}">
                <a16:creationId xmlns:a16="http://schemas.microsoft.com/office/drawing/2014/main" id="{9B667AC8-4059-69A3-ADD7-2ECA746624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d362d286f3_1_188:notes">
            <a:extLst>
              <a:ext uri="{FF2B5EF4-FFF2-40B4-BE49-F238E27FC236}">
                <a16:creationId xmlns:a16="http://schemas.microsoft.com/office/drawing/2014/main" id="{00D3D031-71A6-2303-2858-15919BE0BE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7890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>
          <a:extLst>
            <a:ext uri="{FF2B5EF4-FFF2-40B4-BE49-F238E27FC236}">
              <a16:creationId xmlns:a16="http://schemas.microsoft.com/office/drawing/2014/main" id="{94E60A51-FDFD-4097-9278-F3B9EE81A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d362d286f3_1_188:notes">
            <a:extLst>
              <a:ext uri="{FF2B5EF4-FFF2-40B4-BE49-F238E27FC236}">
                <a16:creationId xmlns:a16="http://schemas.microsoft.com/office/drawing/2014/main" id="{F93A55FF-D3EE-EBA4-5119-A98E9B69D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d362d286f3_1_188:notes">
            <a:extLst>
              <a:ext uri="{FF2B5EF4-FFF2-40B4-BE49-F238E27FC236}">
                <a16:creationId xmlns:a16="http://schemas.microsoft.com/office/drawing/2014/main" id="{677281B2-4FCD-1A04-B672-C5CDC5F15A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99279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>
          <a:extLst>
            <a:ext uri="{FF2B5EF4-FFF2-40B4-BE49-F238E27FC236}">
              <a16:creationId xmlns:a16="http://schemas.microsoft.com/office/drawing/2014/main" id="{C0E8B5F5-55A5-C997-CEA6-46117155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d362d286f3_1_188:notes">
            <a:extLst>
              <a:ext uri="{FF2B5EF4-FFF2-40B4-BE49-F238E27FC236}">
                <a16:creationId xmlns:a16="http://schemas.microsoft.com/office/drawing/2014/main" id="{825B20DE-E139-194E-8E67-8D019B5779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d362d286f3_1_188:notes">
            <a:extLst>
              <a:ext uri="{FF2B5EF4-FFF2-40B4-BE49-F238E27FC236}">
                <a16:creationId xmlns:a16="http://schemas.microsoft.com/office/drawing/2014/main" id="{9E5E1FB2-2DCE-5308-C2D2-CDBCB17BF8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285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>
          <a:extLst>
            <a:ext uri="{FF2B5EF4-FFF2-40B4-BE49-F238E27FC236}">
              <a16:creationId xmlns:a16="http://schemas.microsoft.com/office/drawing/2014/main" id="{22B1552C-D0B3-13FA-BDC7-02D241F16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d362d286f3_1_188:notes">
            <a:extLst>
              <a:ext uri="{FF2B5EF4-FFF2-40B4-BE49-F238E27FC236}">
                <a16:creationId xmlns:a16="http://schemas.microsoft.com/office/drawing/2014/main" id="{F3E47CD9-7AAD-C1A6-6842-1DCE311096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d362d286f3_1_188:notes">
            <a:extLst>
              <a:ext uri="{FF2B5EF4-FFF2-40B4-BE49-F238E27FC236}">
                <a16:creationId xmlns:a16="http://schemas.microsoft.com/office/drawing/2014/main" id="{1351F79E-A770-8AEF-71FA-0071E46E2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8288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>
          <a:extLst>
            <a:ext uri="{FF2B5EF4-FFF2-40B4-BE49-F238E27FC236}">
              <a16:creationId xmlns:a16="http://schemas.microsoft.com/office/drawing/2014/main" id="{CD2FABA2-35B1-BF15-CDCF-C2A353D8E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d362d286f3_1_188:notes">
            <a:extLst>
              <a:ext uri="{FF2B5EF4-FFF2-40B4-BE49-F238E27FC236}">
                <a16:creationId xmlns:a16="http://schemas.microsoft.com/office/drawing/2014/main" id="{DD98C2AE-C3D8-9932-7D8D-BDF810465E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d362d286f3_1_188:notes">
            <a:extLst>
              <a:ext uri="{FF2B5EF4-FFF2-40B4-BE49-F238E27FC236}">
                <a16:creationId xmlns:a16="http://schemas.microsoft.com/office/drawing/2014/main" id="{1450871C-B936-5887-81B5-83F9B54BE7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9130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>
          <a:extLst>
            <a:ext uri="{FF2B5EF4-FFF2-40B4-BE49-F238E27FC236}">
              <a16:creationId xmlns:a16="http://schemas.microsoft.com/office/drawing/2014/main" id="{A88CED45-A3E8-1FBD-5BDF-D2495D68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d362d286f3_1_188:notes">
            <a:extLst>
              <a:ext uri="{FF2B5EF4-FFF2-40B4-BE49-F238E27FC236}">
                <a16:creationId xmlns:a16="http://schemas.microsoft.com/office/drawing/2014/main" id="{9AF857E8-2CE7-4697-F37B-5A2F8E2B7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d362d286f3_1_188:notes">
            <a:extLst>
              <a:ext uri="{FF2B5EF4-FFF2-40B4-BE49-F238E27FC236}">
                <a16:creationId xmlns:a16="http://schemas.microsoft.com/office/drawing/2014/main" id="{6AF2D91C-F171-9E8B-0019-026AEBC43A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9525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>
          <a:extLst>
            <a:ext uri="{FF2B5EF4-FFF2-40B4-BE49-F238E27FC236}">
              <a16:creationId xmlns:a16="http://schemas.microsoft.com/office/drawing/2014/main" id="{3460B1FF-5373-BEF4-5C33-CCC4C50BD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d362d286f3_1_188:notes">
            <a:extLst>
              <a:ext uri="{FF2B5EF4-FFF2-40B4-BE49-F238E27FC236}">
                <a16:creationId xmlns:a16="http://schemas.microsoft.com/office/drawing/2014/main" id="{5D6C8926-E1D3-CD74-15EC-C0FF970310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d362d286f3_1_188:notes">
            <a:extLst>
              <a:ext uri="{FF2B5EF4-FFF2-40B4-BE49-F238E27FC236}">
                <a16:creationId xmlns:a16="http://schemas.microsoft.com/office/drawing/2014/main" id="{8CE3F26D-EAE0-585A-0578-DB3803A177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96239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>
          <a:extLst>
            <a:ext uri="{FF2B5EF4-FFF2-40B4-BE49-F238E27FC236}">
              <a16:creationId xmlns:a16="http://schemas.microsoft.com/office/drawing/2014/main" id="{2E23B208-5F57-60EC-39BF-BF92F0711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d362d286f3_1_188:notes">
            <a:extLst>
              <a:ext uri="{FF2B5EF4-FFF2-40B4-BE49-F238E27FC236}">
                <a16:creationId xmlns:a16="http://schemas.microsoft.com/office/drawing/2014/main" id="{11E4AE44-4C50-CF70-A376-8BCF8F878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d362d286f3_1_188:notes">
            <a:extLst>
              <a:ext uri="{FF2B5EF4-FFF2-40B4-BE49-F238E27FC236}">
                <a16:creationId xmlns:a16="http://schemas.microsoft.com/office/drawing/2014/main" id="{4B6D3EC3-972C-2724-C932-50F38AA4F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23950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>
          <a:extLst>
            <a:ext uri="{FF2B5EF4-FFF2-40B4-BE49-F238E27FC236}">
              <a16:creationId xmlns:a16="http://schemas.microsoft.com/office/drawing/2014/main" id="{59B3A6F0-CBAC-9390-6670-7F22886BE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d362d286f3_1_188:notes">
            <a:extLst>
              <a:ext uri="{FF2B5EF4-FFF2-40B4-BE49-F238E27FC236}">
                <a16:creationId xmlns:a16="http://schemas.microsoft.com/office/drawing/2014/main" id="{C874187E-A256-EE38-ACDD-1C778794EC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d362d286f3_1_188:notes">
            <a:extLst>
              <a:ext uri="{FF2B5EF4-FFF2-40B4-BE49-F238E27FC236}">
                <a16:creationId xmlns:a16="http://schemas.microsoft.com/office/drawing/2014/main" id="{9F1433F3-FE69-839D-19EE-96EE821F59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87213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5" name="Google Shape;6245;g1215e4c91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6" name="Google Shape;6246;g1215e4c91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339250"/>
            <a:ext cx="7704000" cy="54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 i="1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935450" y="3513425"/>
            <a:ext cx="5273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2"/>
          </p:nvPr>
        </p:nvSpPr>
        <p:spPr>
          <a:xfrm>
            <a:off x="1009765" y="4603501"/>
            <a:ext cx="1563000" cy="2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3"/>
          </p:nvPr>
        </p:nvSpPr>
        <p:spPr>
          <a:xfrm>
            <a:off x="7438624" y="4603501"/>
            <a:ext cx="988800" cy="2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4"/>
          </p:nvPr>
        </p:nvSpPr>
        <p:spPr>
          <a:xfrm>
            <a:off x="718440" y="329088"/>
            <a:ext cx="1383300" cy="2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5"/>
          </p:nvPr>
        </p:nvSpPr>
        <p:spPr>
          <a:xfrm>
            <a:off x="6979624" y="329088"/>
            <a:ext cx="1447800" cy="2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250">
                <a:solidFill>
                  <a:schemeClr val="accent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○"/>
              <a:defRPr>
                <a:solidFill>
                  <a:schemeClr val="accent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■"/>
              <a:defRPr>
                <a:solidFill>
                  <a:schemeClr val="accent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●"/>
              <a:defRPr>
                <a:solidFill>
                  <a:schemeClr val="accent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○"/>
              <a:defRPr>
                <a:solidFill>
                  <a:schemeClr val="accent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■"/>
              <a:defRPr>
                <a:solidFill>
                  <a:schemeClr val="accent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●"/>
              <a:defRPr>
                <a:solidFill>
                  <a:schemeClr val="accent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○"/>
              <a:defRPr>
                <a:solidFill>
                  <a:schemeClr val="accent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■"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539998"/>
            <a:ext cx="770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44175" y="762550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00825" y="3646675"/>
            <a:ext cx="73500" cy="7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8639525" y="3720175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05575" y="2120713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 flipH="1">
            <a:off x="7231738" y="256475"/>
            <a:ext cx="73500" cy="7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 flipH="1">
            <a:off x="8670138" y="1589263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720000" y="539998"/>
            <a:ext cx="770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1051075" y="4794000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7956725" y="4794000"/>
            <a:ext cx="73500" cy="7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3195875" y="149700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344175" y="305350"/>
            <a:ext cx="73500" cy="7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270675" y="2535000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8761450" y="2254875"/>
            <a:ext cx="73500" cy="7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5256100" y="4798600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body" idx="1"/>
          </p:nvPr>
        </p:nvSpPr>
        <p:spPr>
          <a:xfrm>
            <a:off x="720000" y="1346925"/>
            <a:ext cx="4253400" cy="27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Open Sans"/>
              <a:buChar char="●"/>
              <a:defRPr sz="1100">
                <a:solidFill>
                  <a:schemeClr val="accent3"/>
                </a:solidFill>
              </a:defRPr>
            </a:lvl1pPr>
            <a:lvl2pPr marL="914400" lvl="1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Open Sans"/>
              <a:buChar char="○"/>
              <a:defRPr sz="1100">
                <a:solidFill>
                  <a:schemeClr val="accent3"/>
                </a:solidFill>
              </a:defRPr>
            </a:lvl2pPr>
            <a:lvl3pPr marL="1371600" lvl="2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Open Sans"/>
              <a:buChar char="■"/>
              <a:defRPr sz="1100">
                <a:solidFill>
                  <a:schemeClr val="accent3"/>
                </a:solidFill>
              </a:defRPr>
            </a:lvl3pPr>
            <a:lvl4pPr marL="1828800" lvl="3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Open Sans"/>
              <a:buChar char="●"/>
              <a:defRPr sz="1100">
                <a:solidFill>
                  <a:schemeClr val="accent3"/>
                </a:solidFill>
              </a:defRPr>
            </a:lvl4pPr>
            <a:lvl5pPr marL="2286000" lvl="4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Open Sans"/>
              <a:buChar char="○"/>
              <a:defRPr sz="1100">
                <a:solidFill>
                  <a:schemeClr val="accent3"/>
                </a:solidFill>
              </a:defRPr>
            </a:lvl5pPr>
            <a:lvl6pPr marL="2743200" lvl="5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Open Sans"/>
              <a:buChar char="■"/>
              <a:defRPr sz="1100">
                <a:solidFill>
                  <a:schemeClr val="accent3"/>
                </a:solidFill>
              </a:defRPr>
            </a:lvl6pPr>
            <a:lvl7pPr marL="3200400" lvl="6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Open Sans"/>
              <a:buChar char="●"/>
              <a:defRPr sz="1100">
                <a:solidFill>
                  <a:schemeClr val="accent3"/>
                </a:solidFill>
              </a:defRPr>
            </a:lvl7pPr>
            <a:lvl8pPr marL="3657600" lvl="7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Open Sans"/>
              <a:buChar char="○"/>
              <a:defRPr sz="1100">
                <a:solidFill>
                  <a:schemeClr val="accent3"/>
                </a:solidFill>
              </a:defRPr>
            </a:lvl8pPr>
            <a:lvl9pPr marL="4114800" lvl="8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Open Sans"/>
              <a:buChar char="■"/>
              <a:defRPr sz="11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720000" y="539998"/>
            <a:ext cx="770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>
            <a:spLocks noGrp="1"/>
          </p:cNvSpPr>
          <p:nvPr>
            <p:ph type="pic" idx="2"/>
          </p:nvPr>
        </p:nvSpPr>
        <p:spPr>
          <a:xfrm>
            <a:off x="5296475" y="1426587"/>
            <a:ext cx="2606700" cy="26067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7"/>
          <p:cNvSpPr/>
          <p:nvPr/>
        </p:nvSpPr>
        <p:spPr>
          <a:xfrm>
            <a:off x="6703525" y="4619588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2160650" y="283200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7"/>
          <p:cNvSpPr/>
          <p:nvPr/>
        </p:nvSpPr>
        <p:spPr>
          <a:xfrm>
            <a:off x="300825" y="3646675"/>
            <a:ext cx="73500" cy="7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6334500" y="378850"/>
            <a:ext cx="73500" cy="7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8549975" y="1256550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344175" y="1976013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8" name="Google Shape;10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">
  <p:cSld name="BLANK_1_1_1_2_1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"/>
          <p:cNvSpPr txBox="1">
            <a:spLocks noGrp="1"/>
          </p:cNvSpPr>
          <p:nvPr>
            <p:ph type="title"/>
          </p:nvPr>
        </p:nvSpPr>
        <p:spPr>
          <a:xfrm>
            <a:off x="5893450" y="1202413"/>
            <a:ext cx="2530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i="1">
                <a:solidFill>
                  <a:schemeClr val="dk2"/>
                </a:solidFill>
                <a:latin typeface="Cousine"/>
                <a:ea typeface="Cousine"/>
                <a:cs typeface="Cousine"/>
                <a:sym typeface="Cous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2" name="Google Shape;272;p17"/>
          <p:cNvSpPr txBox="1">
            <a:spLocks noGrp="1"/>
          </p:cNvSpPr>
          <p:nvPr>
            <p:ph type="subTitle" idx="1"/>
          </p:nvPr>
        </p:nvSpPr>
        <p:spPr>
          <a:xfrm>
            <a:off x="5893450" y="1610089"/>
            <a:ext cx="25308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7"/>
          <p:cNvSpPr txBox="1">
            <a:spLocks noGrp="1"/>
          </p:cNvSpPr>
          <p:nvPr>
            <p:ph type="title" idx="2"/>
          </p:nvPr>
        </p:nvSpPr>
        <p:spPr>
          <a:xfrm>
            <a:off x="5893450" y="2308654"/>
            <a:ext cx="2530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i="1">
                <a:solidFill>
                  <a:schemeClr val="dk2"/>
                </a:solidFill>
                <a:latin typeface="Cousine"/>
                <a:ea typeface="Cousine"/>
                <a:cs typeface="Cousine"/>
                <a:sym typeface="Cous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4" name="Google Shape;274;p17"/>
          <p:cNvSpPr txBox="1">
            <a:spLocks noGrp="1"/>
          </p:cNvSpPr>
          <p:nvPr>
            <p:ph type="subTitle" idx="3"/>
          </p:nvPr>
        </p:nvSpPr>
        <p:spPr>
          <a:xfrm>
            <a:off x="5893450" y="2716332"/>
            <a:ext cx="25308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7"/>
          <p:cNvSpPr txBox="1">
            <a:spLocks noGrp="1"/>
          </p:cNvSpPr>
          <p:nvPr>
            <p:ph type="title" idx="4"/>
          </p:nvPr>
        </p:nvSpPr>
        <p:spPr>
          <a:xfrm>
            <a:off x="5893450" y="3414896"/>
            <a:ext cx="2530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i="1">
                <a:solidFill>
                  <a:schemeClr val="dk2"/>
                </a:solidFill>
                <a:latin typeface="Cousine"/>
                <a:ea typeface="Cousine"/>
                <a:cs typeface="Cousine"/>
                <a:sym typeface="Cous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6" name="Google Shape;276;p17"/>
          <p:cNvSpPr txBox="1">
            <a:spLocks noGrp="1"/>
          </p:cNvSpPr>
          <p:nvPr>
            <p:ph type="subTitle" idx="5"/>
          </p:nvPr>
        </p:nvSpPr>
        <p:spPr>
          <a:xfrm>
            <a:off x="5893450" y="3822575"/>
            <a:ext cx="25308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17"/>
          <p:cNvSpPr txBox="1">
            <a:spLocks noGrp="1"/>
          </p:cNvSpPr>
          <p:nvPr>
            <p:ph type="title" idx="6"/>
          </p:nvPr>
        </p:nvSpPr>
        <p:spPr>
          <a:xfrm>
            <a:off x="720000" y="539998"/>
            <a:ext cx="770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17"/>
          <p:cNvSpPr/>
          <p:nvPr/>
        </p:nvSpPr>
        <p:spPr>
          <a:xfrm flipH="1">
            <a:off x="5879913" y="378850"/>
            <a:ext cx="73500" cy="7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7"/>
          <p:cNvSpPr/>
          <p:nvPr/>
        </p:nvSpPr>
        <p:spPr>
          <a:xfrm flipH="1">
            <a:off x="7520188" y="4796338"/>
            <a:ext cx="73500" cy="7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7"/>
          <p:cNvSpPr/>
          <p:nvPr/>
        </p:nvSpPr>
        <p:spPr>
          <a:xfrm flipH="1">
            <a:off x="8592088" y="2104875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7"/>
          <p:cNvSpPr/>
          <p:nvPr/>
        </p:nvSpPr>
        <p:spPr>
          <a:xfrm flipH="1">
            <a:off x="8865313" y="3872100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"/>
          <p:cNvSpPr/>
          <p:nvPr/>
        </p:nvSpPr>
        <p:spPr>
          <a:xfrm flipH="1">
            <a:off x="5312513" y="4869850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7"/>
          <p:cNvSpPr/>
          <p:nvPr/>
        </p:nvSpPr>
        <p:spPr>
          <a:xfrm flipH="1">
            <a:off x="300825" y="813500"/>
            <a:ext cx="73500" cy="7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7"/>
          <p:cNvSpPr/>
          <p:nvPr/>
        </p:nvSpPr>
        <p:spPr>
          <a:xfrm flipH="1">
            <a:off x="374313" y="2388000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7"/>
          <p:cNvSpPr/>
          <p:nvPr/>
        </p:nvSpPr>
        <p:spPr>
          <a:xfrm flipH="1">
            <a:off x="463263" y="4781713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7"/>
          <p:cNvSpPr/>
          <p:nvPr/>
        </p:nvSpPr>
        <p:spPr>
          <a:xfrm flipH="1">
            <a:off x="3215813" y="231850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BLANK_1_1_1_1_1_1_3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>
            <a:spLocks noGrp="1"/>
          </p:cNvSpPr>
          <p:nvPr>
            <p:ph type="title" hasCustomPrompt="1"/>
          </p:nvPr>
        </p:nvSpPr>
        <p:spPr>
          <a:xfrm>
            <a:off x="720000" y="2160543"/>
            <a:ext cx="228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89" name="Google Shape;289;p18"/>
          <p:cNvSpPr txBox="1">
            <a:spLocks noGrp="1"/>
          </p:cNvSpPr>
          <p:nvPr>
            <p:ph type="subTitle" idx="1"/>
          </p:nvPr>
        </p:nvSpPr>
        <p:spPr>
          <a:xfrm>
            <a:off x="720000" y="2988860"/>
            <a:ext cx="2286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8"/>
          <p:cNvSpPr txBox="1">
            <a:spLocks noGrp="1"/>
          </p:cNvSpPr>
          <p:nvPr>
            <p:ph type="title" idx="2" hasCustomPrompt="1"/>
          </p:nvPr>
        </p:nvSpPr>
        <p:spPr>
          <a:xfrm>
            <a:off x="3429000" y="2160531"/>
            <a:ext cx="228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91" name="Google Shape;291;p18"/>
          <p:cNvSpPr txBox="1">
            <a:spLocks noGrp="1"/>
          </p:cNvSpPr>
          <p:nvPr>
            <p:ph type="subTitle" idx="3"/>
          </p:nvPr>
        </p:nvSpPr>
        <p:spPr>
          <a:xfrm>
            <a:off x="3429000" y="2988831"/>
            <a:ext cx="2286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title" idx="4" hasCustomPrompt="1"/>
          </p:nvPr>
        </p:nvSpPr>
        <p:spPr>
          <a:xfrm>
            <a:off x="6138000" y="2160531"/>
            <a:ext cx="228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93" name="Google Shape;293;p18"/>
          <p:cNvSpPr txBox="1">
            <a:spLocks noGrp="1"/>
          </p:cNvSpPr>
          <p:nvPr>
            <p:ph type="subTitle" idx="5"/>
          </p:nvPr>
        </p:nvSpPr>
        <p:spPr>
          <a:xfrm>
            <a:off x="6138000" y="2988831"/>
            <a:ext cx="2286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"/>
          <p:cNvSpPr/>
          <p:nvPr/>
        </p:nvSpPr>
        <p:spPr>
          <a:xfrm flipH="1">
            <a:off x="5879913" y="378850"/>
            <a:ext cx="73500" cy="7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0"/>
          <p:cNvSpPr/>
          <p:nvPr/>
        </p:nvSpPr>
        <p:spPr>
          <a:xfrm flipH="1">
            <a:off x="7520188" y="4796338"/>
            <a:ext cx="73500" cy="7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0"/>
          <p:cNvSpPr/>
          <p:nvPr/>
        </p:nvSpPr>
        <p:spPr>
          <a:xfrm flipH="1">
            <a:off x="863763" y="1892775"/>
            <a:ext cx="73500" cy="7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0"/>
          <p:cNvSpPr/>
          <p:nvPr/>
        </p:nvSpPr>
        <p:spPr>
          <a:xfrm flipH="1">
            <a:off x="1376338" y="624775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0"/>
          <p:cNvSpPr/>
          <p:nvPr/>
        </p:nvSpPr>
        <p:spPr>
          <a:xfrm flipH="1">
            <a:off x="6646488" y="624775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0"/>
          <p:cNvSpPr/>
          <p:nvPr/>
        </p:nvSpPr>
        <p:spPr>
          <a:xfrm flipH="1">
            <a:off x="8653238" y="2461500"/>
            <a:ext cx="73500" cy="7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0"/>
          <p:cNvSpPr/>
          <p:nvPr/>
        </p:nvSpPr>
        <p:spPr>
          <a:xfrm flipH="1">
            <a:off x="8263038" y="305350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0"/>
          <p:cNvSpPr/>
          <p:nvPr/>
        </p:nvSpPr>
        <p:spPr>
          <a:xfrm flipH="1">
            <a:off x="8306388" y="4103875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0"/>
          <p:cNvSpPr/>
          <p:nvPr/>
        </p:nvSpPr>
        <p:spPr>
          <a:xfrm flipH="1">
            <a:off x="3593213" y="231850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0"/>
          <p:cNvSpPr/>
          <p:nvPr/>
        </p:nvSpPr>
        <p:spPr>
          <a:xfrm flipH="1">
            <a:off x="300825" y="813500"/>
            <a:ext cx="73500" cy="7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0"/>
          <p:cNvSpPr/>
          <p:nvPr/>
        </p:nvSpPr>
        <p:spPr>
          <a:xfrm flipH="1">
            <a:off x="353188" y="2874600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0"/>
          <p:cNvSpPr/>
          <p:nvPr/>
        </p:nvSpPr>
        <p:spPr>
          <a:xfrm flipH="1">
            <a:off x="4270375" y="4796350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0"/>
          <p:cNvSpPr/>
          <p:nvPr/>
        </p:nvSpPr>
        <p:spPr>
          <a:xfrm flipH="1">
            <a:off x="1743838" y="4796338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5" name="Google Shape;325;p20"/>
          <p:cNvGrpSpPr/>
          <p:nvPr/>
        </p:nvGrpSpPr>
        <p:grpSpPr>
          <a:xfrm flipH="1">
            <a:off x="300825" y="4514375"/>
            <a:ext cx="178225" cy="178225"/>
            <a:chOff x="6772475" y="3811500"/>
            <a:chExt cx="178225" cy="178225"/>
          </a:xfrm>
        </p:grpSpPr>
        <p:sp>
          <p:nvSpPr>
            <p:cNvPr id="326" name="Google Shape;326;p20"/>
            <p:cNvSpPr/>
            <p:nvPr/>
          </p:nvSpPr>
          <p:spPr>
            <a:xfrm>
              <a:off x="6832175" y="3871200"/>
              <a:ext cx="58800" cy="58800"/>
            </a:xfrm>
            <a:custGeom>
              <a:avLst/>
              <a:gdLst/>
              <a:ahLst/>
              <a:cxnLst/>
              <a:rect l="l" t="t" r="r" b="b"/>
              <a:pathLst>
                <a:path w="2352" h="2352" extrusionOk="0">
                  <a:moveTo>
                    <a:pt x="1" y="1"/>
                  </a:moveTo>
                  <a:lnTo>
                    <a:pt x="1" y="2352"/>
                  </a:lnTo>
                  <a:lnTo>
                    <a:pt x="2351" y="2352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6832175" y="3811500"/>
              <a:ext cx="58800" cy="59725"/>
            </a:xfrm>
            <a:custGeom>
              <a:avLst/>
              <a:gdLst/>
              <a:ahLst/>
              <a:cxnLst/>
              <a:rect l="l" t="t" r="r" b="b"/>
              <a:pathLst>
                <a:path w="2352" h="2389" extrusionOk="0">
                  <a:moveTo>
                    <a:pt x="1" y="0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0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6772475" y="3871200"/>
              <a:ext cx="59725" cy="58800"/>
            </a:xfrm>
            <a:custGeom>
              <a:avLst/>
              <a:gdLst/>
              <a:ahLst/>
              <a:cxnLst/>
              <a:rect l="l" t="t" r="r" b="b"/>
              <a:pathLst>
                <a:path w="2389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0"/>
            <p:cNvSpPr/>
            <p:nvPr/>
          </p:nvSpPr>
          <p:spPr>
            <a:xfrm>
              <a:off x="6890950" y="3871200"/>
              <a:ext cx="59750" cy="58800"/>
            </a:xfrm>
            <a:custGeom>
              <a:avLst/>
              <a:gdLst/>
              <a:ahLst/>
              <a:cxnLst/>
              <a:rect l="l" t="t" r="r" b="b"/>
              <a:pathLst>
                <a:path w="2390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0"/>
            <p:cNvSpPr/>
            <p:nvPr/>
          </p:nvSpPr>
          <p:spPr>
            <a:xfrm>
              <a:off x="6832175" y="3929975"/>
              <a:ext cx="58800" cy="59750"/>
            </a:xfrm>
            <a:custGeom>
              <a:avLst/>
              <a:gdLst/>
              <a:ahLst/>
              <a:cxnLst/>
              <a:rect l="l" t="t" r="r" b="b"/>
              <a:pathLst>
                <a:path w="2352" h="2390" extrusionOk="0">
                  <a:moveTo>
                    <a:pt x="1" y="1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20"/>
          <p:cNvGrpSpPr/>
          <p:nvPr/>
        </p:nvGrpSpPr>
        <p:grpSpPr>
          <a:xfrm flipH="1">
            <a:off x="8424000" y="957300"/>
            <a:ext cx="178225" cy="178225"/>
            <a:chOff x="6772475" y="3811500"/>
            <a:chExt cx="178225" cy="178225"/>
          </a:xfrm>
        </p:grpSpPr>
        <p:sp>
          <p:nvSpPr>
            <p:cNvPr id="332" name="Google Shape;332;p20"/>
            <p:cNvSpPr/>
            <p:nvPr/>
          </p:nvSpPr>
          <p:spPr>
            <a:xfrm>
              <a:off x="6832175" y="3871200"/>
              <a:ext cx="58800" cy="58800"/>
            </a:xfrm>
            <a:custGeom>
              <a:avLst/>
              <a:gdLst/>
              <a:ahLst/>
              <a:cxnLst/>
              <a:rect l="l" t="t" r="r" b="b"/>
              <a:pathLst>
                <a:path w="2352" h="2352" extrusionOk="0">
                  <a:moveTo>
                    <a:pt x="1" y="1"/>
                  </a:moveTo>
                  <a:lnTo>
                    <a:pt x="1" y="2352"/>
                  </a:lnTo>
                  <a:lnTo>
                    <a:pt x="2351" y="2352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6832175" y="3811500"/>
              <a:ext cx="58800" cy="59725"/>
            </a:xfrm>
            <a:custGeom>
              <a:avLst/>
              <a:gdLst/>
              <a:ahLst/>
              <a:cxnLst/>
              <a:rect l="l" t="t" r="r" b="b"/>
              <a:pathLst>
                <a:path w="2352" h="2389" extrusionOk="0">
                  <a:moveTo>
                    <a:pt x="1" y="0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0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6772475" y="3871200"/>
              <a:ext cx="59725" cy="58800"/>
            </a:xfrm>
            <a:custGeom>
              <a:avLst/>
              <a:gdLst/>
              <a:ahLst/>
              <a:cxnLst/>
              <a:rect l="l" t="t" r="r" b="b"/>
              <a:pathLst>
                <a:path w="2389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6890950" y="3871200"/>
              <a:ext cx="59750" cy="58800"/>
            </a:xfrm>
            <a:custGeom>
              <a:avLst/>
              <a:gdLst/>
              <a:ahLst/>
              <a:cxnLst/>
              <a:rect l="l" t="t" r="r" b="b"/>
              <a:pathLst>
                <a:path w="2390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6832175" y="3929975"/>
              <a:ext cx="58800" cy="59750"/>
            </a:xfrm>
            <a:custGeom>
              <a:avLst/>
              <a:gdLst/>
              <a:ahLst/>
              <a:cxnLst/>
              <a:rect l="l" t="t" r="r" b="b"/>
              <a:pathLst>
                <a:path w="2352" h="2390" extrusionOk="0">
                  <a:moveTo>
                    <a:pt x="1" y="1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/>
          <p:nvPr/>
        </p:nvSpPr>
        <p:spPr>
          <a:xfrm>
            <a:off x="1825125" y="466500"/>
            <a:ext cx="73500" cy="7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6855925" y="4619588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3201025" y="4566750"/>
            <a:ext cx="73500" cy="7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1"/>
          <p:cNvSpPr/>
          <p:nvPr/>
        </p:nvSpPr>
        <p:spPr>
          <a:xfrm>
            <a:off x="8347425" y="3224975"/>
            <a:ext cx="73500" cy="7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344175" y="2204613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1"/>
          <p:cNvSpPr/>
          <p:nvPr/>
        </p:nvSpPr>
        <p:spPr>
          <a:xfrm>
            <a:off x="8321375" y="1434775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3946225" y="531250"/>
            <a:ext cx="73500" cy="7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1"/>
          <p:cNvSpPr/>
          <p:nvPr/>
        </p:nvSpPr>
        <p:spPr>
          <a:xfrm>
            <a:off x="300825" y="3646675"/>
            <a:ext cx="73500" cy="7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6127600" y="396150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7853775" y="695425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8689275" y="322650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8844175" y="2498250"/>
            <a:ext cx="73500" cy="7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683250" y="4493250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1"/>
          <p:cNvSpPr/>
          <p:nvPr/>
        </p:nvSpPr>
        <p:spPr>
          <a:xfrm>
            <a:off x="5940500" y="4451425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2" name="Google Shape;352;p21"/>
          <p:cNvGrpSpPr/>
          <p:nvPr/>
        </p:nvGrpSpPr>
        <p:grpSpPr>
          <a:xfrm>
            <a:off x="1976863" y="4797388"/>
            <a:ext cx="178225" cy="178225"/>
            <a:chOff x="6772475" y="3811500"/>
            <a:chExt cx="178225" cy="178225"/>
          </a:xfrm>
        </p:grpSpPr>
        <p:sp>
          <p:nvSpPr>
            <p:cNvPr id="353" name="Google Shape;353;p21"/>
            <p:cNvSpPr/>
            <p:nvPr/>
          </p:nvSpPr>
          <p:spPr>
            <a:xfrm>
              <a:off x="6832175" y="3871200"/>
              <a:ext cx="58800" cy="58800"/>
            </a:xfrm>
            <a:custGeom>
              <a:avLst/>
              <a:gdLst/>
              <a:ahLst/>
              <a:cxnLst/>
              <a:rect l="l" t="t" r="r" b="b"/>
              <a:pathLst>
                <a:path w="2352" h="2352" extrusionOk="0">
                  <a:moveTo>
                    <a:pt x="1" y="1"/>
                  </a:moveTo>
                  <a:lnTo>
                    <a:pt x="1" y="2352"/>
                  </a:lnTo>
                  <a:lnTo>
                    <a:pt x="2351" y="2352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1"/>
            <p:cNvSpPr/>
            <p:nvPr/>
          </p:nvSpPr>
          <p:spPr>
            <a:xfrm>
              <a:off x="6832175" y="3811500"/>
              <a:ext cx="58800" cy="59725"/>
            </a:xfrm>
            <a:custGeom>
              <a:avLst/>
              <a:gdLst/>
              <a:ahLst/>
              <a:cxnLst/>
              <a:rect l="l" t="t" r="r" b="b"/>
              <a:pathLst>
                <a:path w="2352" h="2389" extrusionOk="0">
                  <a:moveTo>
                    <a:pt x="1" y="0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0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1"/>
            <p:cNvSpPr/>
            <p:nvPr/>
          </p:nvSpPr>
          <p:spPr>
            <a:xfrm>
              <a:off x="6772475" y="3871200"/>
              <a:ext cx="59725" cy="58800"/>
            </a:xfrm>
            <a:custGeom>
              <a:avLst/>
              <a:gdLst/>
              <a:ahLst/>
              <a:cxnLst/>
              <a:rect l="l" t="t" r="r" b="b"/>
              <a:pathLst>
                <a:path w="2389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1"/>
            <p:cNvSpPr/>
            <p:nvPr/>
          </p:nvSpPr>
          <p:spPr>
            <a:xfrm>
              <a:off x="6890950" y="3871200"/>
              <a:ext cx="59750" cy="58800"/>
            </a:xfrm>
            <a:custGeom>
              <a:avLst/>
              <a:gdLst/>
              <a:ahLst/>
              <a:cxnLst/>
              <a:rect l="l" t="t" r="r" b="b"/>
              <a:pathLst>
                <a:path w="2390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1"/>
            <p:cNvSpPr/>
            <p:nvPr/>
          </p:nvSpPr>
          <p:spPr>
            <a:xfrm>
              <a:off x="6832175" y="3929975"/>
              <a:ext cx="58800" cy="59750"/>
            </a:xfrm>
            <a:custGeom>
              <a:avLst/>
              <a:gdLst/>
              <a:ahLst/>
              <a:cxnLst/>
              <a:rect l="l" t="t" r="r" b="b"/>
              <a:pathLst>
                <a:path w="2352" h="2390" extrusionOk="0">
                  <a:moveTo>
                    <a:pt x="1" y="1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21"/>
          <p:cNvGrpSpPr/>
          <p:nvPr/>
        </p:nvGrpSpPr>
        <p:grpSpPr>
          <a:xfrm>
            <a:off x="374325" y="1330050"/>
            <a:ext cx="178225" cy="178225"/>
            <a:chOff x="6772475" y="3811500"/>
            <a:chExt cx="178225" cy="178225"/>
          </a:xfrm>
        </p:grpSpPr>
        <p:sp>
          <p:nvSpPr>
            <p:cNvPr id="359" name="Google Shape;359;p21"/>
            <p:cNvSpPr/>
            <p:nvPr/>
          </p:nvSpPr>
          <p:spPr>
            <a:xfrm>
              <a:off x="6832175" y="3871200"/>
              <a:ext cx="58800" cy="58800"/>
            </a:xfrm>
            <a:custGeom>
              <a:avLst/>
              <a:gdLst/>
              <a:ahLst/>
              <a:cxnLst/>
              <a:rect l="l" t="t" r="r" b="b"/>
              <a:pathLst>
                <a:path w="2352" h="2352" extrusionOk="0">
                  <a:moveTo>
                    <a:pt x="1" y="1"/>
                  </a:moveTo>
                  <a:lnTo>
                    <a:pt x="1" y="2352"/>
                  </a:lnTo>
                  <a:lnTo>
                    <a:pt x="2351" y="2352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1"/>
            <p:cNvSpPr/>
            <p:nvPr/>
          </p:nvSpPr>
          <p:spPr>
            <a:xfrm>
              <a:off x="6832175" y="3811500"/>
              <a:ext cx="58800" cy="59725"/>
            </a:xfrm>
            <a:custGeom>
              <a:avLst/>
              <a:gdLst/>
              <a:ahLst/>
              <a:cxnLst/>
              <a:rect l="l" t="t" r="r" b="b"/>
              <a:pathLst>
                <a:path w="2352" h="2389" extrusionOk="0">
                  <a:moveTo>
                    <a:pt x="1" y="0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0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6772475" y="3871200"/>
              <a:ext cx="59725" cy="58800"/>
            </a:xfrm>
            <a:custGeom>
              <a:avLst/>
              <a:gdLst/>
              <a:ahLst/>
              <a:cxnLst/>
              <a:rect l="l" t="t" r="r" b="b"/>
              <a:pathLst>
                <a:path w="2389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1"/>
            <p:cNvSpPr/>
            <p:nvPr/>
          </p:nvSpPr>
          <p:spPr>
            <a:xfrm>
              <a:off x="6890950" y="3871200"/>
              <a:ext cx="59750" cy="58800"/>
            </a:xfrm>
            <a:custGeom>
              <a:avLst/>
              <a:gdLst/>
              <a:ahLst/>
              <a:cxnLst/>
              <a:rect l="l" t="t" r="r" b="b"/>
              <a:pathLst>
                <a:path w="2390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6832175" y="3929975"/>
              <a:ext cx="58800" cy="59750"/>
            </a:xfrm>
            <a:custGeom>
              <a:avLst/>
              <a:gdLst/>
              <a:ahLst/>
              <a:cxnLst/>
              <a:rect l="l" t="t" r="r" b="b"/>
              <a:pathLst>
                <a:path w="2352" h="2390" extrusionOk="0">
                  <a:moveTo>
                    <a:pt x="1" y="1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4" name="Google Shape;364;p21"/>
          <p:cNvGrpSpPr/>
          <p:nvPr/>
        </p:nvGrpSpPr>
        <p:grpSpPr>
          <a:xfrm>
            <a:off x="226481" y="230381"/>
            <a:ext cx="654857" cy="545738"/>
            <a:chOff x="3098431" y="2820919"/>
            <a:chExt cx="654857" cy="545738"/>
          </a:xfrm>
        </p:grpSpPr>
        <p:sp>
          <p:nvSpPr>
            <p:cNvPr id="365" name="Google Shape;365;p21"/>
            <p:cNvSpPr/>
            <p:nvPr/>
          </p:nvSpPr>
          <p:spPr>
            <a:xfrm>
              <a:off x="3425859" y="3312053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3262154" y="3312053"/>
              <a:ext cx="54587" cy="54605"/>
            </a:xfrm>
            <a:custGeom>
              <a:avLst/>
              <a:gdLst/>
              <a:ahLst/>
              <a:cxnLst/>
              <a:rect l="l" t="t" r="r" b="b"/>
              <a:pathLst>
                <a:path w="3020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3480446" y="3257466"/>
              <a:ext cx="54550" cy="54605"/>
            </a:xfrm>
            <a:custGeom>
              <a:avLst/>
              <a:gdLst/>
              <a:ahLst/>
              <a:cxnLst/>
              <a:rect l="l" t="t" r="r" b="b"/>
              <a:pathLst>
                <a:path w="3018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18" y="3021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1"/>
            <p:cNvSpPr/>
            <p:nvPr/>
          </p:nvSpPr>
          <p:spPr>
            <a:xfrm>
              <a:off x="3425859" y="3257466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3371273" y="3257466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3316723" y="3257466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21" y="3021"/>
                  </a:lnTo>
                  <a:lnTo>
                    <a:pt x="302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1"/>
            <p:cNvSpPr/>
            <p:nvPr/>
          </p:nvSpPr>
          <p:spPr>
            <a:xfrm>
              <a:off x="3262154" y="3257466"/>
              <a:ext cx="54587" cy="54605"/>
            </a:xfrm>
            <a:custGeom>
              <a:avLst/>
              <a:gdLst/>
              <a:ahLst/>
              <a:cxnLst/>
              <a:rect l="l" t="t" r="r" b="b"/>
              <a:pathLst>
                <a:path w="3020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1"/>
            <p:cNvSpPr/>
            <p:nvPr/>
          </p:nvSpPr>
          <p:spPr>
            <a:xfrm>
              <a:off x="3207604" y="3257466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18" y="3021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1"/>
            <p:cNvSpPr/>
            <p:nvPr/>
          </p:nvSpPr>
          <p:spPr>
            <a:xfrm>
              <a:off x="3480446" y="3202934"/>
              <a:ext cx="54550" cy="54550"/>
            </a:xfrm>
            <a:custGeom>
              <a:avLst/>
              <a:gdLst/>
              <a:ahLst/>
              <a:cxnLst/>
              <a:rect l="l" t="t" r="r" b="b"/>
              <a:pathLst>
                <a:path w="3018" h="3018" extrusionOk="0">
                  <a:moveTo>
                    <a:pt x="0" y="0"/>
                  </a:moveTo>
                  <a:lnTo>
                    <a:pt x="0" y="3018"/>
                  </a:lnTo>
                  <a:lnTo>
                    <a:pt x="3018" y="3018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1"/>
            <p:cNvSpPr/>
            <p:nvPr/>
          </p:nvSpPr>
          <p:spPr>
            <a:xfrm>
              <a:off x="3425859" y="3202934"/>
              <a:ext cx="54605" cy="54550"/>
            </a:xfrm>
            <a:custGeom>
              <a:avLst/>
              <a:gdLst/>
              <a:ahLst/>
              <a:cxnLst/>
              <a:rect l="l" t="t" r="r" b="b"/>
              <a:pathLst>
                <a:path w="3021" h="3018" extrusionOk="0">
                  <a:moveTo>
                    <a:pt x="0" y="0"/>
                  </a:moveTo>
                  <a:lnTo>
                    <a:pt x="0" y="3018"/>
                  </a:lnTo>
                  <a:lnTo>
                    <a:pt x="3020" y="3018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3316723" y="3202934"/>
              <a:ext cx="54605" cy="54550"/>
            </a:xfrm>
            <a:custGeom>
              <a:avLst/>
              <a:gdLst/>
              <a:ahLst/>
              <a:cxnLst/>
              <a:rect l="l" t="t" r="r" b="b"/>
              <a:pathLst>
                <a:path w="3021" h="3018" extrusionOk="0">
                  <a:moveTo>
                    <a:pt x="1" y="0"/>
                  </a:moveTo>
                  <a:lnTo>
                    <a:pt x="1" y="3018"/>
                  </a:lnTo>
                  <a:lnTo>
                    <a:pt x="3021" y="3018"/>
                  </a:lnTo>
                  <a:lnTo>
                    <a:pt x="302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3262154" y="3202934"/>
              <a:ext cx="54587" cy="54550"/>
            </a:xfrm>
            <a:custGeom>
              <a:avLst/>
              <a:gdLst/>
              <a:ahLst/>
              <a:cxnLst/>
              <a:rect l="l" t="t" r="r" b="b"/>
              <a:pathLst>
                <a:path w="3020" h="3018" extrusionOk="0">
                  <a:moveTo>
                    <a:pt x="0" y="0"/>
                  </a:moveTo>
                  <a:lnTo>
                    <a:pt x="0" y="3018"/>
                  </a:lnTo>
                  <a:lnTo>
                    <a:pt x="3020" y="3018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3207604" y="3202934"/>
              <a:ext cx="54568" cy="54550"/>
            </a:xfrm>
            <a:custGeom>
              <a:avLst/>
              <a:gdLst/>
              <a:ahLst/>
              <a:cxnLst/>
              <a:rect l="l" t="t" r="r" b="b"/>
              <a:pathLst>
                <a:path w="3019" h="3018" extrusionOk="0">
                  <a:moveTo>
                    <a:pt x="1" y="0"/>
                  </a:moveTo>
                  <a:lnTo>
                    <a:pt x="1" y="3018"/>
                  </a:lnTo>
                  <a:lnTo>
                    <a:pt x="3018" y="3018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3535032" y="3148347"/>
              <a:ext cx="54550" cy="54605"/>
            </a:xfrm>
            <a:custGeom>
              <a:avLst/>
              <a:gdLst/>
              <a:ahLst/>
              <a:cxnLst/>
              <a:rect l="l" t="t" r="r" b="b"/>
              <a:pathLst>
                <a:path w="3018" h="3021" extrusionOk="0">
                  <a:moveTo>
                    <a:pt x="0" y="0"/>
                  </a:moveTo>
                  <a:lnTo>
                    <a:pt x="0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1"/>
            <p:cNvSpPr/>
            <p:nvPr/>
          </p:nvSpPr>
          <p:spPr>
            <a:xfrm>
              <a:off x="3480446" y="3148347"/>
              <a:ext cx="54550" cy="54605"/>
            </a:xfrm>
            <a:custGeom>
              <a:avLst/>
              <a:gdLst/>
              <a:ahLst/>
              <a:cxnLst/>
              <a:rect l="l" t="t" r="r" b="b"/>
              <a:pathLst>
                <a:path w="3018" h="3021" extrusionOk="0">
                  <a:moveTo>
                    <a:pt x="0" y="0"/>
                  </a:moveTo>
                  <a:lnTo>
                    <a:pt x="0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3425859" y="3148347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0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1"/>
            <p:cNvSpPr/>
            <p:nvPr/>
          </p:nvSpPr>
          <p:spPr>
            <a:xfrm>
              <a:off x="3371273" y="3148347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1"/>
            <p:cNvSpPr/>
            <p:nvPr/>
          </p:nvSpPr>
          <p:spPr>
            <a:xfrm>
              <a:off x="3316723" y="3148347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21" y="3020"/>
                  </a:lnTo>
                  <a:lnTo>
                    <a:pt x="302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1"/>
            <p:cNvSpPr/>
            <p:nvPr/>
          </p:nvSpPr>
          <p:spPr>
            <a:xfrm>
              <a:off x="3262154" y="3148347"/>
              <a:ext cx="54587" cy="54605"/>
            </a:xfrm>
            <a:custGeom>
              <a:avLst/>
              <a:gdLst/>
              <a:ahLst/>
              <a:cxnLst/>
              <a:rect l="l" t="t" r="r" b="b"/>
              <a:pathLst>
                <a:path w="3020" h="3021" extrusionOk="0">
                  <a:moveTo>
                    <a:pt x="0" y="0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1"/>
            <p:cNvSpPr/>
            <p:nvPr/>
          </p:nvSpPr>
          <p:spPr>
            <a:xfrm>
              <a:off x="3207604" y="3148347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1"/>
            <p:cNvSpPr/>
            <p:nvPr/>
          </p:nvSpPr>
          <p:spPr>
            <a:xfrm>
              <a:off x="3098431" y="3148347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21" y="3020"/>
                  </a:lnTo>
                  <a:lnTo>
                    <a:pt x="302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1"/>
            <p:cNvSpPr/>
            <p:nvPr/>
          </p:nvSpPr>
          <p:spPr>
            <a:xfrm>
              <a:off x="3535032" y="3093761"/>
              <a:ext cx="54550" cy="54605"/>
            </a:xfrm>
            <a:custGeom>
              <a:avLst/>
              <a:gdLst/>
              <a:ahLst/>
              <a:cxnLst/>
              <a:rect l="l" t="t" r="r" b="b"/>
              <a:pathLst>
                <a:path w="3018" h="3021" extrusionOk="0">
                  <a:moveTo>
                    <a:pt x="0" y="1"/>
                  </a:moveTo>
                  <a:lnTo>
                    <a:pt x="0" y="3020"/>
                  </a:lnTo>
                  <a:lnTo>
                    <a:pt x="3018" y="3020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1"/>
            <p:cNvSpPr/>
            <p:nvPr/>
          </p:nvSpPr>
          <p:spPr>
            <a:xfrm>
              <a:off x="3425859" y="3093761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1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1"/>
            <p:cNvSpPr/>
            <p:nvPr/>
          </p:nvSpPr>
          <p:spPr>
            <a:xfrm>
              <a:off x="3371273" y="3093761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1"/>
                  </a:moveTo>
                  <a:lnTo>
                    <a:pt x="1" y="3020"/>
                  </a:lnTo>
                  <a:lnTo>
                    <a:pt x="3020" y="3020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1"/>
            <p:cNvSpPr/>
            <p:nvPr/>
          </p:nvSpPr>
          <p:spPr>
            <a:xfrm>
              <a:off x="3262154" y="3093761"/>
              <a:ext cx="54587" cy="54605"/>
            </a:xfrm>
            <a:custGeom>
              <a:avLst/>
              <a:gdLst/>
              <a:ahLst/>
              <a:cxnLst/>
              <a:rect l="l" t="t" r="r" b="b"/>
              <a:pathLst>
                <a:path w="3020" h="3021" extrusionOk="0">
                  <a:moveTo>
                    <a:pt x="0" y="1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3207604" y="3093761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1"/>
                  </a:moveTo>
                  <a:lnTo>
                    <a:pt x="1" y="3020"/>
                  </a:lnTo>
                  <a:lnTo>
                    <a:pt x="3018" y="3020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1"/>
            <p:cNvSpPr/>
            <p:nvPr/>
          </p:nvSpPr>
          <p:spPr>
            <a:xfrm>
              <a:off x="3098431" y="3093761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1"/>
                  </a:moveTo>
                  <a:lnTo>
                    <a:pt x="1" y="3020"/>
                  </a:lnTo>
                  <a:lnTo>
                    <a:pt x="3021" y="3020"/>
                  </a:lnTo>
                  <a:lnTo>
                    <a:pt x="302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3535032" y="3039228"/>
              <a:ext cx="54550" cy="54550"/>
            </a:xfrm>
            <a:custGeom>
              <a:avLst/>
              <a:gdLst/>
              <a:ahLst/>
              <a:cxnLst/>
              <a:rect l="l" t="t" r="r" b="b"/>
              <a:pathLst>
                <a:path w="3018" h="3018" extrusionOk="0">
                  <a:moveTo>
                    <a:pt x="0" y="0"/>
                  </a:moveTo>
                  <a:lnTo>
                    <a:pt x="0" y="3018"/>
                  </a:lnTo>
                  <a:lnTo>
                    <a:pt x="3018" y="3018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3480446" y="3039228"/>
              <a:ext cx="54550" cy="54550"/>
            </a:xfrm>
            <a:custGeom>
              <a:avLst/>
              <a:gdLst/>
              <a:ahLst/>
              <a:cxnLst/>
              <a:rect l="l" t="t" r="r" b="b"/>
              <a:pathLst>
                <a:path w="3018" h="3018" extrusionOk="0">
                  <a:moveTo>
                    <a:pt x="0" y="0"/>
                  </a:moveTo>
                  <a:lnTo>
                    <a:pt x="0" y="3018"/>
                  </a:lnTo>
                  <a:lnTo>
                    <a:pt x="3018" y="3018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3425859" y="3039228"/>
              <a:ext cx="54605" cy="54550"/>
            </a:xfrm>
            <a:custGeom>
              <a:avLst/>
              <a:gdLst/>
              <a:ahLst/>
              <a:cxnLst/>
              <a:rect l="l" t="t" r="r" b="b"/>
              <a:pathLst>
                <a:path w="3021" h="3018" extrusionOk="0">
                  <a:moveTo>
                    <a:pt x="0" y="0"/>
                  </a:moveTo>
                  <a:lnTo>
                    <a:pt x="0" y="3018"/>
                  </a:lnTo>
                  <a:lnTo>
                    <a:pt x="3020" y="3018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3371273" y="3039228"/>
              <a:ext cx="54605" cy="54550"/>
            </a:xfrm>
            <a:custGeom>
              <a:avLst/>
              <a:gdLst/>
              <a:ahLst/>
              <a:cxnLst/>
              <a:rect l="l" t="t" r="r" b="b"/>
              <a:pathLst>
                <a:path w="3021" h="3018" extrusionOk="0">
                  <a:moveTo>
                    <a:pt x="1" y="0"/>
                  </a:moveTo>
                  <a:lnTo>
                    <a:pt x="1" y="3018"/>
                  </a:lnTo>
                  <a:lnTo>
                    <a:pt x="3020" y="3018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3316723" y="3039228"/>
              <a:ext cx="54605" cy="54550"/>
            </a:xfrm>
            <a:custGeom>
              <a:avLst/>
              <a:gdLst/>
              <a:ahLst/>
              <a:cxnLst/>
              <a:rect l="l" t="t" r="r" b="b"/>
              <a:pathLst>
                <a:path w="3021" h="3018" extrusionOk="0">
                  <a:moveTo>
                    <a:pt x="1" y="0"/>
                  </a:moveTo>
                  <a:lnTo>
                    <a:pt x="1" y="3018"/>
                  </a:lnTo>
                  <a:lnTo>
                    <a:pt x="3021" y="3018"/>
                  </a:lnTo>
                  <a:lnTo>
                    <a:pt x="3021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3262154" y="3039228"/>
              <a:ext cx="54587" cy="54550"/>
            </a:xfrm>
            <a:custGeom>
              <a:avLst/>
              <a:gdLst/>
              <a:ahLst/>
              <a:cxnLst/>
              <a:rect l="l" t="t" r="r" b="b"/>
              <a:pathLst>
                <a:path w="3020" h="3018" extrusionOk="0">
                  <a:moveTo>
                    <a:pt x="0" y="0"/>
                  </a:moveTo>
                  <a:lnTo>
                    <a:pt x="0" y="3018"/>
                  </a:lnTo>
                  <a:lnTo>
                    <a:pt x="3020" y="3018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3207604" y="3039228"/>
              <a:ext cx="54568" cy="54550"/>
            </a:xfrm>
            <a:custGeom>
              <a:avLst/>
              <a:gdLst/>
              <a:ahLst/>
              <a:cxnLst/>
              <a:rect l="l" t="t" r="r" b="b"/>
              <a:pathLst>
                <a:path w="3019" h="3018" extrusionOk="0">
                  <a:moveTo>
                    <a:pt x="1" y="0"/>
                  </a:moveTo>
                  <a:lnTo>
                    <a:pt x="1" y="3018"/>
                  </a:lnTo>
                  <a:lnTo>
                    <a:pt x="3018" y="3018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3153017" y="3039228"/>
              <a:ext cx="54568" cy="54550"/>
            </a:xfrm>
            <a:custGeom>
              <a:avLst/>
              <a:gdLst/>
              <a:ahLst/>
              <a:cxnLst/>
              <a:rect l="l" t="t" r="r" b="b"/>
              <a:pathLst>
                <a:path w="3019" h="3018" extrusionOk="0">
                  <a:moveTo>
                    <a:pt x="1" y="0"/>
                  </a:moveTo>
                  <a:lnTo>
                    <a:pt x="1" y="3018"/>
                  </a:lnTo>
                  <a:lnTo>
                    <a:pt x="3018" y="3018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3098431" y="3039228"/>
              <a:ext cx="54605" cy="54550"/>
            </a:xfrm>
            <a:custGeom>
              <a:avLst/>
              <a:gdLst/>
              <a:ahLst/>
              <a:cxnLst/>
              <a:rect l="l" t="t" r="r" b="b"/>
              <a:pathLst>
                <a:path w="3021" h="3018" extrusionOk="0">
                  <a:moveTo>
                    <a:pt x="1" y="0"/>
                  </a:moveTo>
                  <a:lnTo>
                    <a:pt x="1" y="3018"/>
                  </a:lnTo>
                  <a:lnTo>
                    <a:pt x="3021" y="3018"/>
                  </a:lnTo>
                  <a:lnTo>
                    <a:pt x="302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1"/>
            <p:cNvSpPr/>
            <p:nvPr/>
          </p:nvSpPr>
          <p:spPr>
            <a:xfrm>
              <a:off x="3698701" y="2984642"/>
              <a:ext cx="54586" cy="54587"/>
            </a:xfrm>
            <a:custGeom>
              <a:avLst/>
              <a:gdLst/>
              <a:ahLst/>
              <a:cxnLst/>
              <a:rect l="l" t="t" r="r" b="b"/>
              <a:pathLst>
                <a:path w="3020" h="3020" extrusionOk="0">
                  <a:moveTo>
                    <a:pt x="0" y="0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3644151" y="2984642"/>
              <a:ext cx="54568" cy="54587"/>
            </a:xfrm>
            <a:custGeom>
              <a:avLst/>
              <a:gdLst/>
              <a:ahLst/>
              <a:cxnLst/>
              <a:rect l="l" t="t" r="r" b="b"/>
              <a:pathLst>
                <a:path w="3019" h="3020" extrusionOk="0">
                  <a:moveTo>
                    <a:pt x="1" y="0"/>
                  </a:moveTo>
                  <a:lnTo>
                    <a:pt x="1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1"/>
            <p:cNvSpPr/>
            <p:nvPr/>
          </p:nvSpPr>
          <p:spPr>
            <a:xfrm>
              <a:off x="3589565" y="2984642"/>
              <a:ext cx="54605" cy="54587"/>
            </a:xfrm>
            <a:custGeom>
              <a:avLst/>
              <a:gdLst/>
              <a:ahLst/>
              <a:cxnLst/>
              <a:rect l="l" t="t" r="r" b="b"/>
              <a:pathLst>
                <a:path w="3021" h="3020" extrusionOk="0">
                  <a:moveTo>
                    <a:pt x="1" y="0"/>
                  </a:moveTo>
                  <a:lnTo>
                    <a:pt x="1" y="3020"/>
                  </a:lnTo>
                  <a:lnTo>
                    <a:pt x="3021" y="3020"/>
                  </a:lnTo>
                  <a:lnTo>
                    <a:pt x="302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1"/>
            <p:cNvSpPr/>
            <p:nvPr/>
          </p:nvSpPr>
          <p:spPr>
            <a:xfrm>
              <a:off x="3535032" y="2984642"/>
              <a:ext cx="54550" cy="54587"/>
            </a:xfrm>
            <a:custGeom>
              <a:avLst/>
              <a:gdLst/>
              <a:ahLst/>
              <a:cxnLst/>
              <a:rect l="l" t="t" r="r" b="b"/>
              <a:pathLst>
                <a:path w="3018" h="3020" extrusionOk="0">
                  <a:moveTo>
                    <a:pt x="0" y="0"/>
                  </a:moveTo>
                  <a:lnTo>
                    <a:pt x="0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3480446" y="2984642"/>
              <a:ext cx="54550" cy="54587"/>
            </a:xfrm>
            <a:custGeom>
              <a:avLst/>
              <a:gdLst/>
              <a:ahLst/>
              <a:cxnLst/>
              <a:rect l="l" t="t" r="r" b="b"/>
              <a:pathLst>
                <a:path w="3018" h="3020" extrusionOk="0">
                  <a:moveTo>
                    <a:pt x="0" y="0"/>
                  </a:moveTo>
                  <a:lnTo>
                    <a:pt x="0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3425859" y="2984642"/>
              <a:ext cx="54605" cy="54587"/>
            </a:xfrm>
            <a:custGeom>
              <a:avLst/>
              <a:gdLst/>
              <a:ahLst/>
              <a:cxnLst/>
              <a:rect l="l" t="t" r="r" b="b"/>
              <a:pathLst>
                <a:path w="3021" h="3020" extrusionOk="0">
                  <a:moveTo>
                    <a:pt x="0" y="0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1"/>
            <p:cNvSpPr/>
            <p:nvPr/>
          </p:nvSpPr>
          <p:spPr>
            <a:xfrm>
              <a:off x="3371273" y="2984642"/>
              <a:ext cx="54605" cy="54587"/>
            </a:xfrm>
            <a:custGeom>
              <a:avLst/>
              <a:gdLst/>
              <a:ahLst/>
              <a:cxnLst/>
              <a:rect l="l" t="t" r="r" b="b"/>
              <a:pathLst>
                <a:path w="3021" h="3020" extrusionOk="0">
                  <a:moveTo>
                    <a:pt x="1" y="0"/>
                  </a:moveTo>
                  <a:lnTo>
                    <a:pt x="1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3316723" y="2984642"/>
              <a:ext cx="54605" cy="54587"/>
            </a:xfrm>
            <a:custGeom>
              <a:avLst/>
              <a:gdLst/>
              <a:ahLst/>
              <a:cxnLst/>
              <a:rect l="l" t="t" r="r" b="b"/>
              <a:pathLst>
                <a:path w="3021" h="3020" extrusionOk="0">
                  <a:moveTo>
                    <a:pt x="1" y="0"/>
                  </a:moveTo>
                  <a:lnTo>
                    <a:pt x="1" y="3020"/>
                  </a:lnTo>
                  <a:lnTo>
                    <a:pt x="3021" y="3020"/>
                  </a:lnTo>
                  <a:lnTo>
                    <a:pt x="302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3262154" y="2984642"/>
              <a:ext cx="54587" cy="54587"/>
            </a:xfrm>
            <a:custGeom>
              <a:avLst/>
              <a:gdLst/>
              <a:ahLst/>
              <a:cxnLst/>
              <a:rect l="l" t="t" r="r" b="b"/>
              <a:pathLst>
                <a:path w="3020" h="3020" extrusionOk="0">
                  <a:moveTo>
                    <a:pt x="0" y="0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3207604" y="2984642"/>
              <a:ext cx="54568" cy="54587"/>
            </a:xfrm>
            <a:custGeom>
              <a:avLst/>
              <a:gdLst/>
              <a:ahLst/>
              <a:cxnLst/>
              <a:rect l="l" t="t" r="r" b="b"/>
              <a:pathLst>
                <a:path w="3019" h="3020" extrusionOk="0">
                  <a:moveTo>
                    <a:pt x="1" y="0"/>
                  </a:moveTo>
                  <a:lnTo>
                    <a:pt x="1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3153017" y="2984642"/>
              <a:ext cx="54568" cy="54587"/>
            </a:xfrm>
            <a:custGeom>
              <a:avLst/>
              <a:gdLst/>
              <a:ahLst/>
              <a:cxnLst/>
              <a:rect l="l" t="t" r="r" b="b"/>
              <a:pathLst>
                <a:path w="3019" h="3020" extrusionOk="0">
                  <a:moveTo>
                    <a:pt x="1" y="0"/>
                  </a:moveTo>
                  <a:lnTo>
                    <a:pt x="1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1"/>
            <p:cNvSpPr/>
            <p:nvPr/>
          </p:nvSpPr>
          <p:spPr>
            <a:xfrm>
              <a:off x="3589565" y="2930055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21" y="3020"/>
                  </a:lnTo>
                  <a:lnTo>
                    <a:pt x="3021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1"/>
            <p:cNvSpPr/>
            <p:nvPr/>
          </p:nvSpPr>
          <p:spPr>
            <a:xfrm>
              <a:off x="3425859" y="2930055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0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3371273" y="2930055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1"/>
            <p:cNvSpPr/>
            <p:nvPr/>
          </p:nvSpPr>
          <p:spPr>
            <a:xfrm>
              <a:off x="3207604" y="2930055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3589565" y="2875505"/>
              <a:ext cx="54605" cy="54568"/>
            </a:xfrm>
            <a:custGeom>
              <a:avLst/>
              <a:gdLst/>
              <a:ahLst/>
              <a:cxnLst/>
              <a:rect l="l" t="t" r="r" b="b"/>
              <a:pathLst>
                <a:path w="3021" h="3019" extrusionOk="0">
                  <a:moveTo>
                    <a:pt x="1" y="1"/>
                  </a:moveTo>
                  <a:lnTo>
                    <a:pt x="1" y="3018"/>
                  </a:lnTo>
                  <a:lnTo>
                    <a:pt x="3021" y="3018"/>
                  </a:lnTo>
                  <a:lnTo>
                    <a:pt x="3021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1"/>
            <p:cNvSpPr/>
            <p:nvPr/>
          </p:nvSpPr>
          <p:spPr>
            <a:xfrm>
              <a:off x="3207604" y="2875505"/>
              <a:ext cx="54568" cy="54568"/>
            </a:xfrm>
            <a:custGeom>
              <a:avLst/>
              <a:gdLst/>
              <a:ahLst/>
              <a:cxnLst/>
              <a:rect l="l" t="t" r="r" b="b"/>
              <a:pathLst>
                <a:path w="3019" h="3019" extrusionOk="0">
                  <a:moveTo>
                    <a:pt x="1" y="1"/>
                  </a:moveTo>
                  <a:lnTo>
                    <a:pt x="1" y="3018"/>
                  </a:lnTo>
                  <a:lnTo>
                    <a:pt x="3018" y="3018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1"/>
            <p:cNvSpPr/>
            <p:nvPr/>
          </p:nvSpPr>
          <p:spPr>
            <a:xfrm>
              <a:off x="3644151" y="2820919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18" y="3021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1"/>
            <p:cNvSpPr/>
            <p:nvPr/>
          </p:nvSpPr>
          <p:spPr>
            <a:xfrm>
              <a:off x="3589565" y="2820919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21" y="3021"/>
                  </a:lnTo>
                  <a:lnTo>
                    <a:pt x="3021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3535032" y="2820919"/>
              <a:ext cx="54550" cy="54605"/>
            </a:xfrm>
            <a:custGeom>
              <a:avLst/>
              <a:gdLst/>
              <a:ahLst/>
              <a:cxnLst/>
              <a:rect l="l" t="t" r="r" b="b"/>
              <a:pathLst>
                <a:path w="3018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18" y="3021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1"/>
            <p:cNvSpPr/>
            <p:nvPr/>
          </p:nvSpPr>
          <p:spPr>
            <a:xfrm>
              <a:off x="3262154" y="2820919"/>
              <a:ext cx="54587" cy="54605"/>
            </a:xfrm>
            <a:custGeom>
              <a:avLst/>
              <a:gdLst/>
              <a:ahLst/>
              <a:cxnLst/>
              <a:rect l="l" t="t" r="r" b="b"/>
              <a:pathLst>
                <a:path w="3020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1"/>
            <p:cNvSpPr/>
            <p:nvPr/>
          </p:nvSpPr>
          <p:spPr>
            <a:xfrm>
              <a:off x="3207604" y="2820919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18" y="3021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1"/>
            <p:cNvSpPr/>
            <p:nvPr/>
          </p:nvSpPr>
          <p:spPr>
            <a:xfrm>
              <a:off x="3153017" y="2820919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18" y="3021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4" name="Google Shape;424;p21"/>
          <p:cNvGrpSpPr/>
          <p:nvPr/>
        </p:nvGrpSpPr>
        <p:grpSpPr>
          <a:xfrm>
            <a:off x="8138440" y="4299019"/>
            <a:ext cx="818581" cy="600289"/>
            <a:chOff x="5179315" y="2820919"/>
            <a:chExt cx="818581" cy="600289"/>
          </a:xfrm>
        </p:grpSpPr>
        <p:sp>
          <p:nvSpPr>
            <p:cNvPr id="425" name="Google Shape;425;p21"/>
            <p:cNvSpPr/>
            <p:nvPr/>
          </p:nvSpPr>
          <p:spPr>
            <a:xfrm>
              <a:off x="5561330" y="3366639"/>
              <a:ext cx="54550" cy="54568"/>
            </a:xfrm>
            <a:custGeom>
              <a:avLst/>
              <a:gdLst/>
              <a:ahLst/>
              <a:cxnLst/>
              <a:rect l="l" t="t" r="r" b="b"/>
              <a:pathLst>
                <a:path w="3018" h="3019" extrusionOk="0">
                  <a:moveTo>
                    <a:pt x="0" y="1"/>
                  </a:moveTo>
                  <a:lnTo>
                    <a:pt x="0" y="3018"/>
                  </a:lnTo>
                  <a:lnTo>
                    <a:pt x="3018" y="3018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1"/>
            <p:cNvSpPr/>
            <p:nvPr/>
          </p:nvSpPr>
          <p:spPr>
            <a:xfrm>
              <a:off x="5834154" y="3312053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19" y="3021"/>
                  </a:lnTo>
                  <a:lnTo>
                    <a:pt x="3019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5615863" y="3312053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21" y="3021"/>
                  </a:lnTo>
                  <a:lnTo>
                    <a:pt x="3021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1"/>
            <p:cNvSpPr/>
            <p:nvPr/>
          </p:nvSpPr>
          <p:spPr>
            <a:xfrm>
              <a:off x="5561330" y="3312053"/>
              <a:ext cx="54550" cy="54605"/>
            </a:xfrm>
            <a:custGeom>
              <a:avLst/>
              <a:gdLst/>
              <a:ahLst/>
              <a:cxnLst/>
              <a:rect l="l" t="t" r="r" b="b"/>
              <a:pathLst>
                <a:path w="3018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18" y="3021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1"/>
            <p:cNvSpPr/>
            <p:nvPr/>
          </p:nvSpPr>
          <p:spPr>
            <a:xfrm>
              <a:off x="5506744" y="3312053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1"/>
            <p:cNvSpPr/>
            <p:nvPr/>
          </p:nvSpPr>
          <p:spPr>
            <a:xfrm>
              <a:off x="5288452" y="3312053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1"/>
            <p:cNvSpPr/>
            <p:nvPr/>
          </p:nvSpPr>
          <p:spPr>
            <a:xfrm>
              <a:off x="5779586" y="3257466"/>
              <a:ext cx="54586" cy="54605"/>
            </a:xfrm>
            <a:custGeom>
              <a:avLst/>
              <a:gdLst/>
              <a:ahLst/>
              <a:cxnLst/>
              <a:rect l="l" t="t" r="r" b="b"/>
              <a:pathLst>
                <a:path w="3020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1"/>
            <p:cNvSpPr/>
            <p:nvPr/>
          </p:nvSpPr>
          <p:spPr>
            <a:xfrm>
              <a:off x="5670449" y="3257466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21" y="3021"/>
                  </a:lnTo>
                  <a:lnTo>
                    <a:pt x="3021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1"/>
            <p:cNvSpPr/>
            <p:nvPr/>
          </p:nvSpPr>
          <p:spPr>
            <a:xfrm>
              <a:off x="5615863" y="3257466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21" y="3021"/>
                  </a:lnTo>
                  <a:lnTo>
                    <a:pt x="302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1"/>
            <p:cNvSpPr/>
            <p:nvPr/>
          </p:nvSpPr>
          <p:spPr>
            <a:xfrm>
              <a:off x="5561330" y="3257466"/>
              <a:ext cx="54550" cy="54605"/>
            </a:xfrm>
            <a:custGeom>
              <a:avLst/>
              <a:gdLst/>
              <a:ahLst/>
              <a:cxnLst/>
              <a:rect l="l" t="t" r="r" b="b"/>
              <a:pathLst>
                <a:path w="3018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18" y="3021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5506744" y="3257466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1"/>
            <p:cNvSpPr/>
            <p:nvPr/>
          </p:nvSpPr>
          <p:spPr>
            <a:xfrm>
              <a:off x="5452157" y="3257466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1"/>
            <p:cNvSpPr/>
            <p:nvPr/>
          </p:nvSpPr>
          <p:spPr>
            <a:xfrm>
              <a:off x="5343038" y="3257466"/>
              <a:ext cx="54586" cy="54605"/>
            </a:xfrm>
            <a:custGeom>
              <a:avLst/>
              <a:gdLst/>
              <a:ahLst/>
              <a:cxnLst/>
              <a:rect l="l" t="t" r="r" b="b"/>
              <a:pathLst>
                <a:path w="3020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1"/>
            <p:cNvSpPr/>
            <p:nvPr/>
          </p:nvSpPr>
          <p:spPr>
            <a:xfrm>
              <a:off x="5725036" y="3202934"/>
              <a:ext cx="54568" cy="54550"/>
            </a:xfrm>
            <a:custGeom>
              <a:avLst/>
              <a:gdLst/>
              <a:ahLst/>
              <a:cxnLst/>
              <a:rect l="l" t="t" r="r" b="b"/>
              <a:pathLst>
                <a:path w="3019" h="3018" extrusionOk="0">
                  <a:moveTo>
                    <a:pt x="1" y="0"/>
                  </a:moveTo>
                  <a:lnTo>
                    <a:pt x="1" y="3018"/>
                  </a:lnTo>
                  <a:lnTo>
                    <a:pt x="3018" y="3018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1"/>
            <p:cNvSpPr/>
            <p:nvPr/>
          </p:nvSpPr>
          <p:spPr>
            <a:xfrm>
              <a:off x="5670449" y="3202934"/>
              <a:ext cx="54605" cy="54550"/>
            </a:xfrm>
            <a:custGeom>
              <a:avLst/>
              <a:gdLst/>
              <a:ahLst/>
              <a:cxnLst/>
              <a:rect l="l" t="t" r="r" b="b"/>
              <a:pathLst>
                <a:path w="3021" h="3018" extrusionOk="0">
                  <a:moveTo>
                    <a:pt x="1" y="0"/>
                  </a:moveTo>
                  <a:lnTo>
                    <a:pt x="1" y="3018"/>
                  </a:lnTo>
                  <a:lnTo>
                    <a:pt x="3021" y="3018"/>
                  </a:lnTo>
                  <a:lnTo>
                    <a:pt x="302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>
              <a:off x="5615863" y="3202934"/>
              <a:ext cx="54605" cy="54550"/>
            </a:xfrm>
            <a:custGeom>
              <a:avLst/>
              <a:gdLst/>
              <a:ahLst/>
              <a:cxnLst/>
              <a:rect l="l" t="t" r="r" b="b"/>
              <a:pathLst>
                <a:path w="3021" h="3018" extrusionOk="0">
                  <a:moveTo>
                    <a:pt x="1" y="0"/>
                  </a:moveTo>
                  <a:lnTo>
                    <a:pt x="1" y="3018"/>
                  </a:lnTo>
                  <a:lnTo>
                    <a:pt x="3021" y="3018"/>
                  </a:lnTo>
                  <a:lnTo>
                    <a:pt x="302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1"/>
            <p:cNvSpPr/>
            <p:nvPr/>
          </p:nvSpPr>
          <p:spPr>
            <a:xfrm>
              <a:off x="5561330" y="3202934"/>
              <a:ext cx="54550" cy="54550"/>
            </a:xfrm>
            <a:custGeom>
              <a:avLst/>
              <a:gdLst/>
              <a:ahLst/>
              <a:cxnLst/>
              <a:rect l="l" t="t" r="r" b="b"/>
              <a:pathLst>
                <a:path w="3018" h="3018" extrusionOk="0">
                  <a:moveTo>
                    <a:pt x="0" y="0"/>
                  </a:moveTo>
                  <a:lnTo>
                    <a:pt x="0" y="3018"/>
                  </a:lnTo>
                  <a:lnTo>
                    <a:pt x="3018" y="3018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1"/>
            <p:cNvSpPr/>
            <p:nvPr/>
          </p:nvSpPr>
          <p:spPr>
            <a:xfrm>
              <a:off x="5506744" y="3202934"/>
              <a:ext cx="54605" cy="54550"/>
            </a:xfrm>
            <a:custGeom>
              <a:avLst/>
              <a:gdLst/>
              <a:ahLst/>
              <a:cxnLst/>
              <a:rect l="l" t="t" r="r" b="b"/>
              <a:pathLst>
                <a:path w="3021" h="3018" extrusionOk="0">
                  <a:moveTo>
                    <a:pt x="0" y="0"/>
                  </a:moveTo>
                  <a:lnTo>
                    <a:pt x="0" y="3018"/>
                  </a:lnTo>
                  <a:lnTo>
                    <a:pt x="3020" y="3018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1"/>
            <p:cNvSpPr/>
            <p:nvPr/>
          </p:nvSpPr>
          <p:spPr>
            <a:xfrm>
              <a:off x="5452157" y="3202934"/>
              <a:ext cx="54605" cy="54550"/>
            </a:xfrm>
            <a:custGeom>
              <a:avLst/>
              <a:gdLst/>
              <a:ahLst/>
              <a:cxnLst/>
              <a:rect l="l" t="t" r="r" b="b"/>
              <a:pathLst>
                <a:path w="3021" h="3018" extrusionOk="0">
                  <a:moveTo>
                    <a:pt x="0" y="0"/>
                  </a:moveTo>
                  <a:lnTo>
                    <a:pt x="0" y="3018"/>
                  </a:lnTo>
                  <a:lnTo>
                    <a:pt x="3020" y="3018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>
              <a:off x="5397607" y="3202934"/>
              <a:ext cx="54568" cy="54550"/>
            </a:xfrm>
            <a:custGeom>
              <a:avLst/>
              <a:gdLst/>
              <a:ahLst/>
              <a:cxnLst/>
              <a:rect l="l" t="t" r="r" b="b"/>
              <a:pathLst>
                <a:path w="3019" h="3018" extrusionOk="0">
                  <a:moveTo>
                    <a:pt x="1" y="0"/>
                  </a:moveTo>
                  <a:lnTo>
                    <a:pt x="1" y="3018"/>
                  </a:lnTo>
                  <a:lnTo>
                    <a:pt x="3018" y="3018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5725036" y="3148347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1"/>
            <p:cNvSpPr/>
            <p:nvPr/>
          </p:nvSpPr>
          <p:spPr>
            <a:xfrm>
              <a:off x="5670449" y="3148347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21" y="3020"/>
                  </a:lnTo>
                  <a:lnTo>
                    <a:pt x="302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1"/>
            <p:cNvSpPr/>
            <p:nvPr/>
          </p:nvSpPr>
          <p:spPr>
            <a:xfrm>
              <a:off x="5452157" y="3148347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0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1"/>
            <p:cNvSpPr/>
            <p:nvPr/>
          </p:nvSpPr>
          <p:spPr>
            <a:xfrm>
              <a:off x="5397607" y="3148347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1"/>
            <p:cNvSpPr/>
            <p:nvPr/>
          </p:nvSpPr>
          <p:spPr>
            <a:xfrm>
              <a:off x="5834154" y="3093761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1"/>
                  </a:moveTo>
                  <a:lnTo>
                    <a:pt x="1" y="3020"/>
                  </a:lnTo>
                  <a:lnTo>
                    <a:pt x="3019" y="3020"/>
                  </a:lnTo>
                  <a:lnTo>
                    <a:pt x="3019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1"/>
            <p:cNvSpPr/>
            <p:nvPr/>
          </p:nvSpPr>
          <p:spPr>
            <a:xfrm>
              <a:off x="5779586" y="3093761"/>
              <a:ext cx="54586" cy="54605"/>
            </a:xfrm>
            <a:custGeom>
              <a:avLst/>
              <a:gdLst/>
              <a:ahLst/>
              <a:cxnLst/>
              <a:rect l="l" t="t" r="r" b="b"/>
              <a:pathLst>
                <a:path w="3020" h="3021" extrusionOk="0">
                  <a:moveTo>
                    <a:pt x="0" y="1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1"/>
            <p:cNvSpPr/>
            <p:nvPr/>
          </p:nvSpPr>
          <p:spPr>
            <a:xfrm>
              <a:off x="5725036" y="3093761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1"/>
                  </a:moveTo>
                  <a:lnTo>
                    <a:pt x="1" y="3020"/>
                  </a:lnTo>
                  <a:lnTo>
                    <a:pt x="3018" y="3020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1"/>
            <p:cNvSpPr/>
            <p:nvPr/>
          </p:nvSpPr>
          <p:spPr>
            <a:xfrm>
              <a:off x="5670449" y="3093761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1"/>
                  </a:moveTo>
                  <a:lnTo>
                    <a:pt x="1" y="3020"/>
                  </a:lnTo>
                  <a:lnTo>
                    <a:pt x="3021" y="3020"/>
                  </a:lnTo>
                  <a:lnTo>
                    <a:pt x="302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1"/>
            <p:cNvSpPr/>
            <p:nvPr/>
          </p:nvSpPr>
          <p:spPr>
            <a:xfrm>
              <a:off x="5561330" y="3093761"/>
              <a:ext cx="54550" cy="54605"/>
            </a:xfrm>
            <a:custGeom>
              <a:avLst/>
              <a:gdLst/>
              <a:ahLst/>
              <a:cxnLst/>
              <a:rect l="l" t="t" r="r" b="b"/>
              <a:pathLst>
                <a:path w="3018" h="3021" extrusionOk="0">
                  <a:moveTo>
                    <a:pt x="0" y="1"/>
                  </a:moveTo>
                  <a:lnTo>
                    <a:pt x="0" y="3020"/>
                  </a:lnTo>
                  <a:lnTo>
                    <a:pt x="3018" y="3020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1"/>
            <p:cNvSpPr/>
            <p:nvPr/>
          </p:nvSpPr>
          <p:spPr>
            <a:xfrm>
              <a:off x="5452157" y="3093761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1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1"/>
            <p:cNvSpPr/>
            <p:nvPr/>
          </p:nvSpPr>
          <p:spPr>
            <a:xfrm>
              <a:off x="5397607" y="3093761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1"/>
                  </a:moveTo>
                  <a:lnTo>
                    <a:pt x="1" y="3020"/>
                  </a:lnTo>
                  <a:lnTo>
                    <a:pt x="3018" y="3020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1"/>
            <p:cNvSpPr/>
            <p:nvPr/>
          </p:nvSpPr>
          <p:spPr>
            <a:xfrm>
              <a:off x="5343038" y="3093761"/>
              <a:ext cx="54586" cy="54605"/>
            </a:xfrm>
            <a:custGeom>
              <a:avLst/>
              <a:gdLst/>
              <a:ahLst/>
              <a:cxnLst/>
              <a:rect l="l" t="t" r="r" b="b"/>
              <a:pathLst>
                <a:path w="3020" h="3021" extrusionOk="0">
                  <a:moveTo>
                    <a:pt x="0" y="1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1"/>
            <p:cNvSpPr/>
            <p:nvPr/>
          </p:nvSpPr>
          <p:spPr>
            <a:xfrm>
              <a:off x="5288452" y="3093761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1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1"/>
            <p:cNvSpPr/>
            <p:nvPr/>
          </p:nvSpPr>
          <p:spPr>
            <a:xfrm>
              <a:off x="5834154" y="3039228"/>
              <a:ext cx="54568" cy="54550"/>
            </a:xfrm>
            <a:custGeom>
              <a:avLst/>
              <a:gdLst/>
              <a:ahLst/>
              <a:cxnLst/>
              <a:rect l="l" t="t" r="r" b="b"/>
              <a:pathLst>
                <a:path w="3019" h="3018" extrusionOk="0">
                  <a:moveTo>
                    <a:pt x="1" y="0"/>
                  </a:moveTo>
                  <a:lnTo>
                    <a:pt x="1" y="3018"/>
                  </a:lnTo>
                  <a:lnTo>
                    <a:pt x="3019" y="3018"/>
                  </a:lnTo>
                  <a:lnTo>
                    <a:pt x="3019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1"/>
            <p:cNvSpPr/>
            <p:nvPr/>
          </p:nvSpPr>
          <p:spPr>
            <a:xfrm>
              <a:off x="5779586" y="3041000"/>
              <a:ext cx="54586" cy="54605"/>
            </a:xfrm>
            <a:custGeom>
              <a:avLst/>
              <a:gdLst/>
              <a:ahLst/>
              <a:cxnLst/>
              <a:rect l="l" t="t" r="r" b="b"/>
              <a:pathLst>
                <a:path w="3020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1"/>
            <p:cNvSpPr/>
            <p:nvPr/>
          </p:nvSpPr>
          <p:spPr>
            <a:xfrm>
              <a:off x="5725036" y="3041000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18" y="3021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1"/>
            <p:cNvSpPr/>
            <p:nvPr/>
          </p:nvSpPr>
          <p:spPr>
            <a:xfrm>
              <a:off x="5670449" y="3041000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21" y="3021"/>
                  </a:lnTo>
                  <a:lnTo>
                    <a:pt x="302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1"/>
            <p:cNvSpPr/>
            <p:nvPr/>
          </p:nvSpPr>
          <p:spPr>
            <a:xfrm>
              <a:off x="5615863" y="3041000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21" y="3021"/>
                  </a:lnTo>
                  <a:lnTo>
                    <a:pt x="302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1"/>
            <p:cNvSpPr/>
            <p:nvPr/>
          </p:nvSpPr>
          <p:spPr>
            <a:xfrm>
              <a:off x="5561330" y="3041000"/>
              <a:ext cx="54550" cy="54605"/>
            </a:xfrm>
            <a:custGeom>
              <a:avLst/>
              <a:gdLst/>
              <a:ahLst/>
              <a:cxnLst/>
              <a:rect l="l" t="t" r="r" b="b"/>
              <a:pathLst>
                <a:path w="3018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18" y="3021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1"/>
            <p:cNvSpPr/>
            <p:nvPr/>
          </p:nvSpPr>
          <p:spPr>
            <a:xfrm>
              <a:off x="5506744" y="3041000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1"/>
            <p:cNvSpPr/>
            <p:nvPr/>
          </p:nvSpPr>
          <p:spPr>
            <a:xfrm>
              <a:off x="5452157" y="3041000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1"/>
            <p:cNvSpPr/>
            <p:nvPr/>
          </p:nvSpPr>
          <p:spPr>
            <a:xfrm>
              <a:off x="5397607" y="3041000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18" y="3021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1"/>
            <p:cNvSpPr/>
            <p:nvPr/>
          </p:nvSpPr>
          <p:spPr>
            <a:xfrm>
              <a:off x="5343038" y="3041000"/>
              <a:ext cx="54586" cy="54605"/>
            </a:xfrm>
            <a:custGeom>
              <a:avLst/>
              <a:gdLst/>
              <a:ahLst/>
              <a:cxnLst/>
              <a:rect l="l" t="t" r="r" b="b"/>
              <a:pathLst>
                <a:path w="3020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1"/>
            <p:cNvSpPr/>
            <p:nvPr/>
          </p:nvSpPr>
          <p:spPr>
            <a:xfrm>
              <a:off x="5288452" y="3041000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1"/>
            <p:cNvSpPr/>
            <p:nvPr/>
          </p:nvSpPr>
          <p:spPr>
            <a:xfrm>
              <a:off x="5943291" y="2984642"/>
              <a:ext cx="54605" cy="54587"/>
            </a:xfrm>
            <a:custGeom>
              <a:avLst/>
              <a:gdLst/>
              <a:ahLst/>
              <a:cxnLst/>
              <a:rect l="l" t="t" r="r" b="b"/>
              <a:pathLst>
                <a:path w="3021" h="3020" extrusionOk="0">
                  <a:moveTo>
                    <a:pt x="0" y="0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1"/>
            <p:cNvSpPr/>
            <p:nvPr/>
          </p:nvSpPr>
          <p:spPr>
            <a:xfrm>
              <a:off x="5888705" y="2984642"/>
              <a:ext cx="54605" cy="54587"/>
            </a:xfrm>
            <a:custGeom>
              <a:avLst/>
              <a:gdLst/>
              <a:ahLst/>
              <a:cxnLst/>
              <a:rect l="l" t="t" r="r" b="b"/>
              <a:pathLst>
                <a:path w="3021" h="3020" extrusionOk="0">
                  <a:moveTo>
                    <a:pt x="1" y="0"/>
                  </a:moveTo>
                  <a:lnTo>
                    <a:pt x="1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1"/>
            <p:cNvSpPr/>
            <p:nvPr/>
          </p:nvSpPr>
          <p:spPr>
            <a:xfrm>
              <a:off x="5834154" y="2984642"/>
              <a:ext cx="54568" cy="54587"/>
            </a:xfrm>
            <a:custGeom>
              <a:avLst/>
              <a:gdLst/>
              <a:ahLst/>
              <a:cxnLst/>
              <a:rect l="l" t="t" r="r" b="b"/>
              <a:pathLst>
                <a:path w="3019" h="3020" extrusionOk="0">
                  <a:moveTo>
                    <a:pt x="1" y="0"/>
                  </a:moveTo>
                  <a:lnTo>
                    <a:pt x="1" y="3020"/>
                  </a:lnTo>
                  <a:lnTo>
                    <a:pt x="3019" y="3020"/>
                  </a:lnTo>
                  <a:lnTo>
                    <a:pt x="3019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1"/>
            <p:cNvSpPr/>
            <p:nvPr/>
          </p:nvSpPr>
          <p:spPr>
            <a:xfrm>
              <a:off x="5779586" y="2984642"/>
              <a:ext cx="54586" cy="54587"/>
            </a:xfrm>
            <a:custGeom>
              <a:avLst/>
              <a:gdLst/>
              <a:ahLst/>
              <a:cxnLst/>
              <a:rect l="l" t="t" r="r" b="b"/>
              <a:pathLst>
                <a:path w="3020" h="3020" extrusionOk="0">
                  <a:moveTo>
                    <a:pt x="0" y="0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1"/>
            <p:cNvSpPr/>
            <p:nvPr/>
          </p:nvSpPr>
          <p:spPr>
            <a:xfrm>
              <a:off x="5725036" y="2984642"/>
              <a:ext cx="54568" cy="54587"/>
            </a:xfrm>
            <a:custGeom>
              <a:avLst/>
              <a:gdLst/>
              <a:ahLst/>
              <a:cxnLst/>
              <a:rect l="l" t="t" r="r" b="b"/>
              <a:pathLst>
                <a:path w="3019" h="3020" extrusionOk="0">
                  <a:moveTo>
                    <a:pt x="1" y="0"/>
                  </a:moveTo>
                  <a:lnTo>
                    <a:pt x="1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1"/>
            <p:cNvSpPr/>
            <p:nvPr/>
          </p:nvSpPr>
          <p:spPr>
            <a:xfrm>
              <a:off x="5615863" y="2984642"/>
              <a:ext cx="54605" cy="54587"/>
            </a:xfrm>
            <a:custGeom>
              <a:avLst/>
              <a:gdLst/>
              <a:ahLst/>
              <a:cxnLst/>
              <a:rect l="l" t="t" r="r" b="b"/>
              <a:pathLst>
                <a:path w="3021" h="3020" extrusionOk="0">
                  <a:moveTo>
                    <a:pt x="1" y="0"/>
                  </a:moveTo>
                  <a:lnTo>
                    <a:pt x="1" y="3020"/>
                  </a:lnTo>
                  <a:lnTo>
                    <a:pt x="3021" y="3020"/>
                  </a:lnTo>
                  <a:lnTo>
                    <a:pt x="302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5561330" y="2984642"/>
              <a:ext cx="54550" cy="54587"/>
            </a:xfrm>
            <a:custGeom>
              <a:avLst/>
              <a:gdLst/>
              <a:ahLst/>
              <a:cxnLst/>
              <a:rect l="l" t="t" r="r" b="b"/>
              <a:pathLst>
                <a:path w="3018" h="3020" extrusionOk="0">
                  <a:moveTo>
                    <a:pt x="0" y="0"/>
                  </a:moveTo>
                  <a:lnTo>
                    <a:pt x="0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5397607" y="2984642"/>
              <a:ext cx="54568" cy="54587"/>
            </a:xfrm>
            <a:custGeom>
              <a:avLst/>
              <a:gdLst/>
              <a:ahLst/>
              <a:cxnLst/>
              <a:rect l="l" t="t" r="r" b="b"/>
              <a:pathLst>
                <a:path w="3019" h="3020" extrusionOk="0">
                  <a:moveTo>
                    <a:pt x="1" y="0"/>
                  </a:moveTo>
                  <a:lnTo>
                    <a:pt x="1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1"/>
            <p:cNvSpPr/>
            <p:nvPr/>
          </p:nvSpPr>
          <p:spPr>
            <a:xfrm>
              <a:off x="5343038" y="2984642"/>
              <a:ext cx="54586" cy="54587"/>
            </a:xfrm>
            <a:custGeom>
              <a:avLst/>
              <a:gdLst/>
              <a:ahLst/>
              <a:cxnLst/>
              <a:rect l="l" t="t" r="r" b="b"/>
              <a:pathLst>
                <a:path w="3020" h="3020" extrusionOk="0">
                  <a:moveTo>
                    <a:pt x="0" y="0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1"/>
            <p:cNvSpPr/>
            <p:nvPr/>
          </p:nvSpPr>
          <p:spPr>
            <a:xfrm>
              <a:off x="5288452" y="2984642"/>
              <a:ext cx="54605" cy="54587"/>
            </a:xfrm>
            <a:custGeom>
              <a:avLst/>
              <a:gdLst/>
              <a:ahLst/>
              <a:cxnLst/>
              <a:rect l="l" t="t" r="r" b="b"/>
              <a:pathLst>
                <a:path w="3021" h="3020" extrusionOk="0">
                  <a:moveTo>
                    <a:pt x="0" y="0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1"/>
            <p:cNvSpPr/>
            <p:nvPr/>
          </p:nvSpPr>
          <p:spPr>
            <a:xfrm>
              <a:off x="5233902" y="2984642"/>
              <a:ext cx="54568" cy="54587"/>
            </a:xfrm>
            <a:custGeom>
              <a:avLst/>
              <a:gdLst/>
              <a:ahLst/>
              <a:cxnLst/>
              <a:rect l="l" t="t" r="r" b="b"/>
              <a:pathLst>
                <a:path w="3019" h="3020" extrusionOk="0">
                  <a:moveTo>
                    <a:pt x="1" y="0"/>
                  </a:moveTo>
                  <a:lnTo>
                    <a:pt x="1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5179315" y="2984642"/>
              <a:ext cx="54605" cy="54587"/>
            </a:xfrm>
            <a:custGeom>
              <a:avLst/>
              <a:gdLst/>
              <a:ahLst/>
              <a:cxnLst/>
              <a:rect l="l" t="t" r="r" b="b"/>
              <a:pathLst>
                <a:path w="3021" h="3020" extrusionOk="0">
                  <a:moveTo>
                    <a:pt x="1" y="0"/>
                  </a:moveTo>
                  <a:lnTo>
                    <a:pt x="1" y="3020"/>
                  </a:lnTo>
                  <a:lnTo>
                    <a:pt x="3021" y="3020"/>
                  </a:lnTo>
                  <a:lnTo>
                    <a:pt x="302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1"/>
            <p:cNvSpPr/>
            <p:nvPr/>
          </p:nvSpPr>
          <p:spPr>
            <a:xfrm>
              <a:off x="5943291" y="2930055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0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1"/>
            <p:cNvSpPr/>
            <p:nvPr/>
          </p:nvSpPr>
          <p:spPr>
            <a:xfrm>
              <a:off x="5888705" y="2930055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5834154" y="2930055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19" y="3020"/>
                  </a:lnTo>
                  <a:lnTo>
                    <a:pt x="3019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5725036" y="2930055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1"/>
            <p:cNvSpPr/>
            <p:nvPr/>
          </p:nvSpPr>
          <p:spPr>
            <a:xfrm>
              <a:off x="5615863" y="2930055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21" y="3020"/>
                  </a:lnTo>
                  <a:lnTo>
                    <a:pt x="302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1"/>
            <p:cNvSpPr/>
            <p:nvPr/>
          </p:nvSpPr>
          <p:spPr>
            <a:xfrm>
              <a:off x="5561330" y="2930055"/>
              <a:ext cx="54550" cy="54605"/>
            </a:xfrm>
            <a:custGeom>
              <a:avLst/>
              <a:gdLst/>
              <a:ahLst/>
              <a:cxnLst/>
              <a:rect l="l" t="t" r="r" b="b"/>
              <a:pathLst>
                <a:path w="3018" h="3021" extrusionOk="0">
                  <a:moveTo>
                    <a:pt x="0" y="0"/>
                  </a:moveTo>
                  <a:lnTo>
                    <a:pt x="0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1"/>
            <p:cNvSpPr/>
            <p:nvPr/>
          </p:nvSpPr>
          <p:spPr>
            <a:xfrm>
              <a:off x="5397607" y="2930055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1"/>
            <p:cNvSpPr/>
            <p:nvPr/>
          </p:nvSpPr>
          <p:spPr>
            <a:xfrm>
              <a:off x="5288452" y="2930055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0"/>
                  </a:moveTo>
                  <a:lnTo>
                    <a:pt x="0" y="3020"/>
                  </a:lnTo>
                  <a:lnTo>
                    <a:pt x="3020" y="3020"/>
                  </a:lnTo>
                  <a:lnTo>
                    <a:pt x="302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1"/>
            <p:cNvSpPr/>
            <p:nvPr/>
          </p:nvSpPr>
          <p:spPr>
            <a:xfrm>
              <a:off x="5233902" y="2930055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18" y="3020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1"/>
            <p:cNvSpPr/>
            <p:nvPr/>
          </p:nvSpPr>
          <p:spPr>
            <a:xfrm>
              <a:off x="5179315" y="2930055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0"/>
                  </a:moveTo>
                  <a:lnTo>
                    <a:pt x="1" y="3020"/>
                  </a:lnTo>
                  <a:lnTo>
                    <a:pt x="3021" y="3020"/>
                  </a:lnTo>
                  <a:lnTo>
                    <a:pt x="302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1"/>
            <p:cNvSpPr/>
            <p:nvPr/>
          </p:nvSpPr>
          <p:spPr>
            <a:xfrm>
              <a:off x="5888705" y="2875505"/>
              <a:ext cx="54605" cy="54568"/>
            </a:xfrm>
            <a:custGeom>
              <a:avLst/>
              <a:gdLst/>
              <a:ahLst/>
              <a:cxnLst/>
              <a:rect l="l" t="t" r="r" b="b"/>
              <a:pathLst>
                <a:path w="3021" h="3019" extrusionOk="0">
                  <a:moveTo>
                    <a:pt x="1" y="1"/>
                  </a:moveTo>
                  <a:lnTo>
                    <a:pt x="1" y="3018"/>
                  </a:lnTo>
                  <a:lnTo>
                    <a:pt x="3020" y="3018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1"/>
            <p:cNvSpPr/>
            <p:nvPr/>
          </p:nvSpPr>
          <p:spPr>
            <a:xfrm>
              <a:off x="5725036" y="2875505"/>
              <a:ext cx="54568" cy="54568"/>
            </a:xfrm>
            <a:custGeom>
              <a:avLst/>
              <a:gdLst/>
              <a:ahLst/>
              <a:cxnLst/>
              <a:rect l="l" t="t" r="r" b="b"/>
              <a:pathLst>
                <a:path w="3019" h="3019" extrusionOk="0">
                  <a:moveTo>
                    <a:pt x="1" y="1"/>
                  </a:moveTo>
                  <a:lnTo>
                    <a:pt x="1" y="3018"/>
                  </a:lnTo>
                  <a:lnTo>
                    <a:pt x="3018" y="3018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1"/>
            <p:cNvSpPr/>
            <p:nvPr/>
          </p:nvSpPr>
          <p:spPr>
            <a:xfrm>
              <a:off x="5670449" y="2875505"/>
              <a:ext cx="54605" cy="54568"/>
            </a:xfrm>
            <a:custGeom>
              <a:avLst/>
              <a:gdLst/>
              <a:ahLst/>
              <a:cxnLst/>
              <a:rect l="l" t="t" r="r" b="b"/>
              <a:pathLst>
                <a:path w="3021" h="3019" extrusionOk="0">
                  <a:moveTo>
                    <a:pt x="1" y="1"/>
                  </a:moveTo>
                  <a:lnTo>
                    <a:pt x="1" y="3018"/>
                  </a:lnTo>
                  <a:lnTo>
                    <a:pt x="3021" y="3018"/>
                  </a:lnTo>
                  <a:lnTo>
                    <a:pt x="302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1"/>
            <p:cNvSpPr/>
            <p:nvPr/>
          </p:nvSpPr>
          <p:spPr>
            <a:xfrm>
              <a:off x="5615863" y="2875505"/>
              <a:ext cx="54605" cy="54568"/>
            </a:xfrm>
            <a:custGeom>
              <a:avLst/>
              <a:gdLst/>
              <a:ahLst/>
              <a:cxnLst/>
              <a:rect l="l" t="t" r="r" b="b"/>
              <a:pathLst>
                <a:path w="3021" h="3019" extrusionOk="0">
                  <a:moveTo>
                    <a:pt x="1" y="1"/>
                  </a:moveTo>
                  <a:lnTo>
                    <a:pt x="1" y="3018"/>
                  </a:lnTo>
                  <a:lnTo>
                    <a:pt x="3021" y="3018"/>
                  </a:lnTo>
                  <a:lnTo>
                    <a:pt x="302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1"/>
            <p:cNvSpPr/>
            <p:nvPr/>
          </p:nvSpPr>
          <p:spPr>
            <a:xfrm>
              <a:off x="5561330" y="2875505"/>
              <a:ext cx="54550" cy="54568"/>
            </a:xfrm>
            <a:custGeom>
              <a:avLst/>
              <a:gdLst/>
              <a:ahLst/>
              <a:cxnLst/>
              <a:rect l="l" t="t" r="r" b="b"/>
              <a:pathLst>
                <a:path w="3018" h="3019" extrusionOk="0">
                  <a:moveTo>
                    <a:pt x="0" y="1"/>
                  </a:moveTo>
                  <a:lnTo>
                    <a:pt x="0" y="3018"/>
                  </a:lnTo>
                  <a:lnTo>
                    <a:pt x="3018" y="3018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1"/>
            <p:cNvSpPr/>
            <p:nvPr/>
          </p:nvSpPr>
          <p:spPr>
            <a:xfrm>
              <a:off x="5506744" y="2875505"/>
              <a:ext cx="54605" cy="54568"/>
            </a:xfrm>
            <a:custGeom>
              <a:avLst/>
              <a:gdLst/>
              <a:ahLst/>
              <a:cxnLst/>
              <a:rect l="l" t="t" r="r" b="b"/>
              <a:pathLst>
                <a:path w="3021" h="3019" extrusionOk="0">
                  <a:moveTo>
                    <a:pt x="0" y="1"/>
                  </a:moveTo>
                  <a:lnTo>
                    <a:pt x="0" y="3018"/>
                  </a:lnTo>
                  <a:lnTo>
                    <a:pt x="3020" y="3018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5452157" y="2875505"/>
              <a:ext cx="54605" cy="54568"/>
            </a:xfrm>
            <a:custGeom>
              <a:avLst/>
              <a:gdLst/>
              <a:ahLst/>
              <a:cxnLst/>
              <a:rect l="l" t="t" r="r" b="b"/>
              <a:pathLst>
                <a:path w="3021" h="3019" extrusionOk="0">
                  <a:moveTo>
                    <a:pt x="0" y="1"/>
                  </a:moveTo>
                  <a:lnTo>
                    <a:pt x="0" y="3018"/>
                  </a:lnTo>
                  <a:lnTo>
                    <a:pt x="3020" y="3018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5397607" y="2875505"/>
              <a:ext cx="54568" cy="54568"/>
            </a:xfrm>
            <a:custGeom>
              <a:avLst/>
              <a:gdLst/>
              <a:ahLst/>
              <a:cxnLst/>
              <a:rect l="l" t="t" r="r" b="b"/>
              <a:pathLst>
                <a:path w="3019" h="3019" extrusionOk="0">
                  <a:moveTo>
                    <a:pt x="1" y="1"/>
                  </a:moveTo>
                  <a:lnTo>
                    <a:pt x="1" y="3018"/>
                  </a:lnTo>
                  <a:lnTo>
                    <a:pt x="3018" y="3018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5233902" y="2875505"/>
              <a:ext cx="54568" cy="54568"/>
            </a:xfrm>
            <a:custGeom>
              <a:avLst/>
              <a:gdLst/>
              <a:ahLst/>
              <a:cxnLst/>
              <a:rect l="l" t="t" r="r" b="b"/>
              <a:pathLst>
                <a:path w="3019" h="3019" extrusionOk="0">
                  <a:moveTo>
                    <a:pt x="1" y="1"/>
                  </a:moveTo>
                  <a:lnTo>
                    <a:pt x="1" y="3018"/>
                  </a:lnTo>
                  <a:lnTo>
                    <a:pt x="3018" y="3018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5779586" y="2820919"/>
              <a:ext cx="54586" cy="54605"/>
            </a:xfrm>
            <a:custGeom>
              <a:avLst/>
              <a:gdLst/>
              <a:ahLst/>
              <a:cxnLst/>
              <a:rect l="l" t="t" r="r" b="b"/>
              <a:pathLst>
                <a:path w="3020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5725036" y="2820919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18" y="3021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5670449" y="2820919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21" y="3021"/>
                  </a:lnTo>
                  <a:lnTo>
                    <a:pt x="302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5452157" y="2820919"/>
              <a:ext cx="54605" cy="54605"/>
            </a:xfrm>
            <a:custGeom>
              <a:avLst/>
              <a:gdLst/>
              <a:ahLst/>
              <a:cxnLst/>
              <a:rect l="l" t="t" r="r" b="b"/>
              <a:pathLst>
                <a:path w="3021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5397607" y="2820919"/>
              <a:ext cx="54568" cy="54605"/>
            </a:xfrm>
            <a:custGeom>
              <a:avLst/>
              <a:gdLst/>
              <a:ahLst/>
              <a:cxnLst/>
              <a:rect l="l" t="t" r="r" b="b"/>
              <a:pathLst>
                <a:path w="3019" h="3021" extrusionOk="0">
                  <a:moveTo>
                    <a:pt x="1" y="1"/>
                  </a:moveTo>
                  <a:lnTo>
                    <a:pt x="1" y="3021"/>
                  </a:lnTo>
                  <a:lnTo>
                    <a:pt x="3018" y="3021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5343038" y="2820919"/>
              <a:ext cx="54586" cy="54605"/>
            </a:xfrm>
            <a:custGeom>
              <a:avLst/>
              <a:gdLst/>
              <a:ahLst/>
              <a:cxnLst/>
              <a:rect l="l" t="t" r="r" b="b"/>
              <a:pathLst>
                <a:path w="3020" h="3021" extrusionOk="0">
                  <a:moveTo>
                    <a:pt x="0" y="1"/>
                  </a:moveTo>
                  <a:lnTo>
                    <a:pt x="0" y="3021"/>
                  </a:lnTo>
                  <a:lnTo>
                    <a:pt x="3020" y="3021"/>
                  </a:lnTo>
                  <a:lnTo>
                    <a:pt x="302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6" name="Google Shape;506;p21"/>
          <p:cNvGrpSpPr/>
          <p:nvPr/>
        </p:nvGrpSpPr>
        <p:grpSpPr>
          <a:xfrm>
            <a:off x="3945738" y="4442088"/>
            <a:ext cx="1252525" cy="322800"/>
            <a:chOff x="3946225" y="4442088"/>
            <a:chExt cx="1252525" cy="322800"/>
          </a:xfrm>
        </p:grpSpPr>
        <p:grpSp>
          <p:nvGrpSpPr>
            <p:cNvPr id="507" name="Google Shape;507;p21"/>
            <p:cNvGrpSpPr/>
            <p:nvPr/>
          </p:nvGrpSpPr>
          <p:grpSpPr>
            <a:xfrm>
              <a:off x="4386225" y="4442088"/>
              <a:ext cx="372525" cy="322800"/>
              <a:chOff x="4386225" y="4090138"/>
              <a:chExt cx="372525" cy="322800"/>
            </a:xfrm>
          </p:grpSpPr>
          <p:sp>
            <p:nvSpPr>
              <p:cNvPr id="508" name="Google Shape;508;p21"/>
              <p:cNvSpPr/>
              <p:nvPr/>
            </p:nvSpPr>
            <p:spPr>
              <a:xfrm>
                <a:off x="471797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1"/>
              <p:cNvSpPr/>
              <p:nvPr/>
            </p:nvSpPr>
            <p:spPr>
              <a:xfrm>
                <a:off x="4551150" y="4371213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0" y="0"/>
                    </a:moveTo>
                    <a:lnTo>
                      <a:pt x="0" y="1668"/>
                    </a:lnTo>
                    <a:lnTo>
                      <a:pt x="1668" y="1668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1"/>
              <p:cNvSpPr/>
              <p:nvPr/>
            </p:nvSpPr>
            <p:spPr>
              <a:xfrm>
                <a:off x="4426975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1"/>
              <p:cNvSpPr/>
              <p:nvPr/>
            </p:nvSpPr>
            <p:spPr>
              <a:xfrm>
                <a:off x="4592850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1"/>
              <p:cNvSpPr/>
              <p:nvPr/>
            </p:nvSpPr>
            <p:spPr>
              <a:xfrm>
                <a:off x="4634550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1"/>
              <p:cNvSpPr/>
              <p:nvPr/>
            </p:nvSpPr>
            <p:spPr>
              <a:xfrm>
                <a:off x="4467725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1"/>
              <p:cNvSpPr/>
              <p:nvPr/>
            </p:nvSpPr>
            <p:spPr>
              <a:xfrm>
                <a:off x="4467725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1"/>
              <p:cNvSpPr/>
              <p:nvPr/>
            </p:nvSpPr>
            <p:spPr>
              <a:xfrm>
                <a:off x="4634550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1"/>
              <p:cNvSpPr/>
              <p:nvPr/>
            </p:nvSpPr>
            <p:spPr>
              <a:xfrm>
                <a:off x="4551150" y="4173563"/>
                <a:ext cx="41725" cy="4077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1" extrusionOk="0">
                    <a:moveTo>
                      <a:pt x="0" y="0"/>
                    </a:moveTo>
                    <a:lnTo>
                      <a:pt x="0" y="1630"/>
                    </a:lnTo>
                    <a:lnTo>
                      <a:pt x="1668" y="1630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1"/>
              <p:cNvSpPr/>
              <p:nvPr/>
            </p:nvSpPr>
            <p:spPr>
              <a:xfrm>
                <a:off x="4426975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1"/>
              <p:cNvSpPr/>
              <p:nvPr/>
            </p:nvSpPr>
            <p:spPr>
              <a:xfrm>
                <a:off x="450945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1"/>
              <p:cNvSpPr/>
              <p:nvPr/>
            </p:nvSpPr>
            <p:spPr>
              <a:xfrm>
                <a:off x="4467738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1"/>
              <p:cNvSpPr/>
              <p:nvPr/>
            </p:nvSpPr>
            <p:spPr>
              <a:xfrm>
                <a:off x="4551625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1"/>
              <p:cNvSpPr/>
              <p:nvPr/>
            </p:nvSpPr>
            <p:spPr>
              <a:xfrm>
                <a:off x="463410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1"/>
              <p:cNvSpPr/>
              <p:nvPr/>
            </p:nvSpPr>
            <p:spPr>
              <a:xfrm>
                <a:off x="4592388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1"/>
              <p:cNvSpPr/>
              <p:nvPr/>
            </p:nvSpPr>
            <p:spPr>
              <a:xfrm>
                <a:off x="467535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1"/>
              <p:cNvSpPr/>
              <p:nvPr/>
            </p:nvSpPr>
            <p:spPr>
              <a:xfrm>
                <a:off x="471797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1"/>
              <p:cNvSpPr/>
              <p:nvPr/>
            </p:nvSpPr>
            <p:spPr>
              <a:xfrm>
                <a:off x="438622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1"/>
              <p:cNvSpPr/>
              <p:nvPr/>
            </p:nvSpPr>
            <p:spPr>
              <a:xfrm>
                <a:off x="438622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1"/>
              <p:cNvSpPr/>
              <p:nvPr/>
            </p:nvSpPr>
            <p:spPr>
              <a:xfrm>
                <a:off x="4509450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1"/>
              <p:cNvSpPr/>
              <p:nvPr/>
            </p:nvSpPr>
            <p:spPr>
              <a:xfrm>
                <a:off x="4467738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1"/>
              <p:cNvSpPr/>
              <p:nvPr/>
            </p:nvSpPr>
            <p:spPr>
              <a:xfrm>
                <a:off x="4551625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1"/>
              <p:cNvSpPr/>
              <p:nvPr/>
            </p:nvSpPr>
            <p:spPr>
              <a:xfrm>
                <a:off x="4634100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1"/>
              <p:cNvSpPr/>
              <p:nvPr/>
            </p:nvSpPr>
            <p:spPr>
              <a:xfrm>
                <a:off x="4592388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1"/>
              <p:cNvSpPr/>
              <p:nvPr/>
            </p:nvSpPr>
            <p:spPr>
              <a:xfrm>
                <a:off x="4509450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1"/>
              <p:cNvSpPr/>
              <p:nvPr/>
            </p:nvSpPr>
            <p:spPr>
              <a:xfrm>
                <a:off x="4551625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1"/>
              <p:cNvSpPr/>
              <p:nvPr/>
            </p:nvSpPr>
            <p:spPr>
              <a:xfrm>
                <a:off x="4592388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5" name="Google Shape;535;p21"/>
            <p:cNvGrpSpPr/>
            <p:nvPr/>
          </p:nvGrpSpPr>
          <p:grpSpPr>
            <a:xfrm>
              <a:off x="4826225" y="4442088"/>
              <a:ext cx="372525" cy="322800"/>
              <a:chOff x="4826225" y="4090138"/>
              <a:chExt cx="372525" cy="322800"/>
            </a:xfrm>
          </p:grpSpPr>
          <p:sp>
            <p:nvSpPr>
              <p:cNvPr id="536" name="Google Shape;536;p21"/>
              <p:cNvSpPr/>
              <p:nvPr/>
            </p:nvSpPr>
            <p:spPr>
              <a:xfrm>
                <a:off x="515797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1"/>
              <p:cNvSpPr/>
              <p:nvPr/>
            </p:nvSpPr>
            <p:spPr>
              <a:xfrm>
                <a:off x="4991150" y="4371213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0" y="0"/>
                    </a:moveTo>
                    <a:lnTo>
                      <a:pt x="0" y="1668"/>
                    </a:lnTo>
                    <a:lnTo>
                      <a:pt x="1668" y="1668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21"/>
              <p:cNvSpPr/>
              <p:nvPr/>
            </p:nvSpPr>
            <p:spPr>
              <a:xfrm>
                <a:off x="4866975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21"/>
              <p:cNvSpPr/>
              <p:nvPr/>
            </p:nvSpPr>
            <p:spPr>
              <a:xfrm>
                <a:off x="5032850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21"/>
              <p:cNvSpPr/>
              <p:nvPr/>
            </p:nvSpPr>
            <p:spPr>
              <a:xfrm>
                <a:off x="5074550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21"/>
              <p:cNvSpPr/>
              <p:nvPr/>
            </p:nvSpPr>
            <p:spPr>
              <a:xfrm>
                <a:off x="4907725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1"/>
              <p:cNvSpPr/>
              <p:nvPr/>
            </p:nvSpPr>
            <p:spPr>
              <a:xfrm>
                <a:off x="4991150" y="4173563"/>
                <a:ext cx="41725" cy="4077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1" extrusionOk="0">
                    <a:moveTo>
                      <a:pt x="0" y="0"/>
                    </a:moveTo>
                    <a:lnTo>
                      <a:pt x="0" y="1630"/>
                    </a:lnTo>
                    <a:lnTo>
                      <a:pt x="1668" y="1630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1"/>
              <p:cNvSpPr/>
              <p:nvPr/>
            </p:nvSpPr>
            <p:spPr>
              <a:xfrm>
                <a:off x="4866975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1"/>
              <p:cNvSpPr/>
              <p:nvPr/>
            </p:nvSpPr>
            <p:spPr>
              <a:xfrm>
                <a:off x="511535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21"/>
              <p:cNvSpPr/>
              <p:nvPr/>
            </p:nvSpPr>
            <p:spPr>
              <a:xfrm>
                <a:off x="515797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21"/>
              <p:cNvSpPr/>
              <p:nvPr/>
            </p:nvSpPr>
            <p:spPr>
              <a:xfrm>
                <a:off x="482622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1"/>
              <p:cNvSpPr/>
              <p:nvPr/>
            </p:nvSpPr>
            <p:spPr>
              <a:xfrm>
                <a:off x="482622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1"/>
              <p:cNvSpPr/>
              <p:nvPr/>
            </p:nvSpPr>
            <p:spPr>
              <a:xfrm>
                <a:off x="4907738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1"/>
              <p:cNvSpPr/>
              <p:nvPr/>
            </p:nvSpPr>
            <p:spPr>
              <a:xfrm>
                <a:off x="5074100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1"/>
              <p:cNvSpPr/>
              <p:nvPr/>
            </p:nvSpPr>
            <p:spPr>
              <a:xfrm>
                <a:off x="4949450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21"/>
              <p:cNvSpPr/>
              <p:nvPr/>
            </p:nvSpPr>
            <p:spPr>
              <a:xfrm>
                <a:off x="5032388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21"/>
              <p:cNvSpPr/>
              <p:nvPr/>
            </p:nvSpPr>
            <p:spPr>
              <a:xfrm>
                <a:off x="5074550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21"/>
              <p:cNvSpPr/>
              <p:nvPr/>
            </p:nvSpPr>
            <p:spPr>
              <a:xfrm>
                <a:off x="4907725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4" name="Google Shape;554;p21"/>
            <p:cNvGrpSpPr/>
            <p:nvPr/>
          </p:nvGrpSpPr>
          <p:grpSpPr>
            <a:xfrm>
              <a:off x="3946225" y="4442088"/>
              <a:ext cx="372525" cy="322800"/>
              <a:chOff x="3946225" y="4090138"/>
              <a:chExt cx="372525" cy="322800"/>
            </a:xfrm>
          </p:grpSpPr>
          <p:sp>
            <p:nvSpPr>
              <p:cNvPr id="555" name="Google Shape;555;p21"/>
              <p:cNvSpPr/>
              <p:nvPr/>
            </p:nvSpPr>
            <p:spPr>
              <a:xfrm>
                <a:off x="427797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21"/>
              <p:cNvSpPr/>
              <p:nvPr/>
            </p:nvSpPr>
            <p:spPr>
              <a:xfrm>
                <a:off x="4111150" y="4371213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0" y="0"/>
                    </a:moveTo>
                    <a:lnTo>
                      <a:pt x="0" y="1668"/>
                    </a:lnTo>
                    <a:lnTo>
                      <a:pt x="1668" y="1668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1"/>
              <p:cNvSpPr/>
              <p:nvPr/>
            </p:nvSpPr>
            <p:spPr>
              <a:xfrm>
                <a:off x="3986975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21"/>
              <p:cNvSpPr/>
              <p:nvPr/>
            </p:nvSpPr>
            <p:spPr>
              <a:xfrm>
                <a:off x="4152850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21"/>
              <p:cNvSpPr/>
              <p:nvPr/>
            </p:nvSpPr>
            <p:spPr>
              <a:xfrm>
                <a:off x="4194550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21"/>
              <p:cNvSpPr/>
              <p:nvPr/>
            </p:nvSpPr>
            <p:spPr>
              <a:xfrm>
                <a:off x="4027725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21"/>
              <p:cNvSpPr/>
              <p:nvPr/>
            </p:nvSpPr>
            <p:spPr>
              <a:xfrm>
                <a:off x="4027725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1"/>
              <p:cNvSpPr/>
              <p:nvPr/>
            </p:nvSpPr>
            <p:spPr>
              <a:xfrm>
                <a:off x="4194550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21"/>
              <p:cNvSpPr/>
              <p:nvPr/>
            </p:nvSpPr>
            <p:spPr>
              <a:xfrm>
                <a:off x="4111150" y="4173563"/>
                <a:ext cx="41725" cy="4077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1" extrusionOk="0">
                    <a:moveTo>
                      <a:pt x="0" y="0"/>
                    </a:moveTo>
                    <a:lnTo>
                      <a:pt x="0" y="1630"/>
                    </a:lnTo>
                    <a:lnTo>
                      <a:pt x="1668" y="1630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1"/>
              <p:cNvSpPr/>
              <p:nvPr/>
            </p:nvSpPr>
            <p:spPr>
              <a:xfrm>
                <a:off x="3986975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21"/>
              <p:cNvSpPr/>
              <p:nvPr/>
            </p:nvSpPr>
            <p:spPr>
              <a:xfrm>
                <a:off x="406945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1"/>
              <p:cNvSpPr/>
              <p:nvPr/>
            </p:nvSpPr>
            <p:spPr>
              <a:xfrm>
                <a:off x="4027738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21"/>
              <p:cNvSpPr/>
              <p:nvPr/>
            </p:nvSpPr>
            <p:spPr>
              <a:xfrm>
                <a:off x="4111625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1"/>
              <p:cNvSpPr/>
              <p:nvPr/>
            </p:nvSpPr>
            <p:spPr>
              <a:xfrm>
                <a:off x="419410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21"/>
              <p:cNvSpPr/>
              <p:nvPr/>
            </p:nvSpPr>
            <p:spPr>
              <a:xfrm>
                <a:off x="4152388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21"/>
              <p:cNvSpPr/>
              <p:nvPr/>
            </p:nvSpPr>
            <p:spPr>
              <a:xfrm>
                <a:off x="423535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21"/>
              <p:cNvSpPr/>
              <p:nvPr/>
            </p:nvSpPr>
            <p:spPr>
              <a:xfrm>
                <a:off x="427797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>
                <a:off x="394622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21"/>
              <p:cNvSpPr/>
              <p:nvPr/>
            </p:nvSpPr>
            <p:spPr>
              <a:xfrm>
                <a:off x="394622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21"/>
              <p:cNvSpPr/>
              <p:nvPr/>
            </p:nvSpPr>
            <p:spPr>
              <a:xfrm>
                <a:off x="4069450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1"/>
              <p:cNvSpPr/>
              <p:nvPr/>
            </p:nvSpPr>
            <p:spPr>
              <a:xfrm>
                <a:off x="4027738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1"/>
              <p:cNvSpPr/>
              <p:nvPr/>
            </p:nvSpPr>
            <p:spPr>
              <a:xfrm>
                <a:off x="4111625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21"/>
              <p:cNvSpPr/>
              <p:nvPr/>
            </p:nvSpPr>
            <p:spPr>
              <a:xfrm>
                <a:off x="4194100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21"/>
              <p:cNvSpPr/>
              <p:nvPr/>
            </p:nvSpPr>
            <p:spPr>
              <a:xfrm>
                <a:off x="4152388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1"/>
              <p:cNvSpPr/>
              <p:nvPr/>
            </p:nvSpPr>
            <p:spPr>
              <a:xfrm>
                <a:off x="4069450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21"/>
              <p:cNvSpPr/>
              <p:nvPr/>
            </p:nvSpPr>
            <p:spPr>
              <a:xfrm>
                <a:off x="4111625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21"/>
              <p:cNvSpPr/>
              <p:nvPr/>
            </p:nvSpPr>
            <p:spPr>
              <a:xfrm>
                <a:off x="4152388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1"/>
              <p:cNvSpPr/>
              <p:nvPr/>
            </p:nvSpPr>
            <p:spPr>
              <a:xfrm>
                <a:off x="3986975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1"/>
              <p:cNvSpPr/>
              <p:nvPr/>
            </p:nvSpPr>
            <p:spPr>
              <a:xfrm>
                <a:off x="4069450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21"/>
              <p:cNvSpPr/>
              <p:nvPr/>
            </p:nvSpPr>
            <p:spPr>
              <a:xfrm>
                <a:off x="4027738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21"/>
              <p:cNvSpPr/>
              <p:nvPr/>
            </p:nvSpPr>
            <p:spPr>
              <a:xfrm>
                <a:off x="4111625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21"/>
              <p:cNvSpPr/>
              <p:nvPr/>
            </p:nvSpPr>
            <p:spPr>
              <a:xfrm>
                <a:off x="4194100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21"/>
              <p:cNvSpPr/>
              <p:nvPr/>
            </p:nvSpPr>
            <p:spPr>
              <a:xfrm>
                <a:off x="4152388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21"/>
              <p:cNvSpPr/>
              <p:nvPr/>
            </p:nvSpPr>
            <p:spPr>
              <a:xfrm>
                <a:off x="4235350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1"/>
              <p:cNvSpPr/>
              <p:nvPr/>
            </p:nvSpPr>
            <p:spPr>
              <a:xfrm>
                <a:off x="3986975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21"/>
              <p:cNvSpPr/>
              <p:nvPr/>
            </p:nvSpPr>
            <p:spPr>
              <a:xfrm>
                <a:off x="4069450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21"/>
              <p:cNvSpPr/>
              <p:nvPr/>
            </p:nvSpPr>
            <p:spPr>
              <a:xfrm>
                <a:off x="4027738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21"/>
              <p:cNvSpPr/>
              <p:nvPr/>
            </p:nvSpPr>
            <p:spPr>
              <a:xfrm>
                <a:off x="4111625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21"/>
              <p:cNvSpPr/>
              <p:nvPr/>
            </p:nvSpPr>
            <p:spPr>
              <a:xfrm>
                <a:off x="4194100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21"/>
              <p:cNvSpPr/>
              <p:nvPr/>
            </p:nvSpPr>
            <p:spPr>
              <a:xfrm>
                <a:off x="4152388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21"/>
              <p:cNvSpPr/>
              <p:nvPr/>
            </p:nvSpPr>
            <p:spPr>
              <a:xfrm>
                <a:off x="4235350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21"/>
              <p:cNvSpPr/>
              <p:nvPr/>
            </p:nvSpPr>
            <p:spPr>
              <a:xfrm>
                <a:off x="4027738" y="413181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21"/>
              <p:cNvSpPr/>
              <p:nvPr/>
            </p:nvSpPr>
            <p:spPr>
              <a:xfrm>
                <a:off x="4194100" y="413181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sine"/>
              <a:buChar char="●"/>
              <a:defRPr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sine"/>
              <a:buChar char="○"/>
              <a:defRPr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sine"/>
              <a:buChar char="■"/>
              <a:defRPr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sine"/>
              <a:buChar char="●"/>
              <a:defRPr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sine"/>
              <a:buChar char="○"/>
              <a:defRPr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sine"/>
              <a:buChar char="■"/>
              <a:defRPr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sine"/>
              <a:buChar char="●"/>
              <a:defRPr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sine"/>
              <a:buChar char="○"/>
              <a:defRPr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sine"/>
              <a:buChar char="■"/>
              <a:defRPr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7" r:id="rId6"/>
    <p:sldLayoutId id="2147483658" r:id="rId7"/>
    <p:sldLayoutId id="2147483663" r:id="rId8"/>
    <p:sldLayoutId id="2147483664" r:id="rId9"/>
    <p:sldLayoutId id="2147483666" r:id="rId10"/>
    <p:sldLayoutId id="2147483667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5"/>
          <p:cNvSpPr txBox="1">
            <a:spLocks noGrp="1"/>
          </p:cNvSpPr>
          <p:nvPr>
            <p:ph type="ctrTitle"/>
          </p:nvPr>
        </p:nvSpPr>
        <p:spPr>
          <a:xfrm>
            <a:off x="718440" y="1525394"/>
            <a:ext cx="7704000" cy="5457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Dungeon Fighter</a:t>
            </a:r>
            <a:endParaRPr dirty="0"/>
          </a:p>
        </p:txBody>
      </p:sp>
      <p:sp>
        <p:nvSpPr>
          <p:cNvPr id="667" name="Google Shape;667;p25"/>
          <p:cNvSpPr txBox="1">
            <a:spLocks noGrp="1"/>
          </p:cNvSpPr>
          <p:nvPr>
            <p:ph type="subTitle" idx="1"/>
          </p:nvPr>
        </p:nvSpPr>
        <p:spPr>
          <a:xfrm>
            <a:off x="1935450" y="3513425"/>
            <a:ext cx="5273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Realizado con Unity + Firebase</a:t>
            </a:r>
            <a:endParaRPr dirty="0"/>
          </a:p>
        </p:txBody>
      </p:sp>
      <p:sp>
        <p:nvSpPr>
          <p:cNvPr id="668" name="Google Shape;668;p25"/>
          <p:cNvSpPr/>
          <p:nvPr/>
        </p:nvSpPr>
        <p:spPr>
          <a:xfrm rot="5395110">
            <a:off x="1888200" y="3660125"/>
            <a:ext cx="210900" cy="1161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5"/>
          <p:cNvSpPr/>
          <p:nvPr/>
        </p:nvSpPr>
        <p:spPr>
          <a:xfrm>
            <a:off x="1064750" y="2938250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5"/>
          <p:cNvSpPr/>
          <p:nvPr/>
        </p:nvSpPr>
        <p:spPr>
          <a:xfrm>
            <a:off x="7082688" y="827650"/>
            <a:ext cx="73500" cy="7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25"/>
          <p:cNvSpPr/>
          <p:nvPr/>
        </p:nvSpPr>
        <p:spPr>
          <a:xfrm>
            <a:off x="8254025" y="2874600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25"/>
          <p:cNvSpPr txBox="1">
            <a:spLocks noGrp="1"/>
          </p:cNvSpPr>
          <p:nvPr>
            <p:ph type="subTitle" idx="2"/>
          </p:nvPr>
        </p:nvSpPr>
        <p:spPr>
          <a:xfrm>
            <a:off x="1009765" y="4603501"/>
            <a:ext cx="2199600" cy="210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Adrián Rodríguez</a:t>
            </a:r>
            <a:endParaRPr dirty="0"/>
          </a:p>
        </p:txBody>
      </p:sp>
      <p:sp>
        <p:nvSpPr>
          <p:cNvPr id="676" name="Google Shape;676;p25"/>
          <p:cNvSpPr txBox="1">
            <a:spLocks noGrp="1"/>
          </p:cNvSpPr>
          <p:nvPr>
            <p:ph type="subTitle" idx="4"/>
          </p:nvPr>
        </p:nvSpPr>
        <p:spPr>
          <a:xfrm>
            <a:off x="718440" y="329088"/>
            <a:ext cx="1383300" cy="210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 UP </a:t>
            </a:r>
            <a:r>
              <a:rPr lang="en" dirty="0">
                <a:solidFill>
                  <a:srgbClr val="505D87"/>
                </a:solidFill>
              </a:rPr>
              <a:t>10000</a:t>
            </a:r>
            <a:endParaRPr dirty="0">
              <a:solidFill>
                <a:srgbClr val="505D87"/>
              </a:solidFill>
            </a:endParaRPr>
          </a:p>
        </p:txBody>
      </p:sp>
      <p:grpSp>
        <p:nvGrpSpPr>
          <p:cNvPr id="760" name="Google Shape;760;p25"/>
          <p:cNvGrpSpPr/>
          <p:nvPr/>
        </p:nvGrpSpPr>
        <p:grpSpPr>
          <a:xfrm>
            <a:off x="7030325" y="4135513"/>
            <a:ext cx="178225" cy="178225"/>
            <a:chOff x="6772475" y="3811500"/>
            <a:chExt cx="178225" cy="178225"/>
          </a:xfrm>
        </p:grpSpPr>
        <p:sp>
          <p:nvSpPr>
            <p:cNvPr id="761" name="Google Shape;761;p25"/>
            <p:cNvSpPr/>
            <p:nvPr/>
          </p:nvSpPr>
          <p:spPr>
            <a:xfrm>
              <a:off x="6832175" y="3871200"/>
              <a:ext cx="58800" cy="58800"/>
            </a:xfrm>
            <a:custGeom>
              <a:avLst/>
              <a:gdLst/>
              <a:ahLst/>
              <a:cxnLst/>
              <a:rect l="l" t="t" r="r" b="b"/>
              <a:pathLst>
                <a:path w="2352" h="2352" extrusionOk="0">
                  <a:moveTo>
                    <a:pt x="1" y="1"/>
                  </a:moveTo>
                  <a:lnTo>
                    <a:pt x="1" y="2352"/>
                  </a:lnTo>
                  <a:lnTo>
                    <a:pt x="2351" y="2352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5"/>
            <p:cNvSpPr/>
            <p:nvPr/>
          </p:nvSpPr>
          <p:spPr>
            <a:xfrm>
              <a:off x="6832175" y="3811500"/>
              <a:ext cx="58800" cy="59725"/>
            </a:xfrm>
            <a:custGeom>
              <a:avLst/>
              <a:gdLst/>
              <a:ahLst/>
              <a:cxnLst/>
              <a:rect l="l" t="t" r="r" b="b"/>
              <a:pathLst>
                <a:path w="2352" h="2389" extrusionOk="0">
                  <a:moveTo>
                    <a:pt x="1" y="0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0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5"/>
            <p:cNvSpPr/>
            <p:nvPr/>
          </p:nvSpPr>
          <p:spPr>
            <a:xfrm>
              <a:off x="6772475" y="3871200"/>
              <a:ext cx="59725" cy="58800"/>
            </a:xfrm>
            <a:custGeom>
              <a:avLst/>
              <a:gdLst/>
              <a:ahLst/>
              <a:cxnLst/>
              <a:rect l="l" t="t" r="r" b="b"/>
              <a:pathLst>
                <a:path w="2389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5"/>
            <p:cNvSpPr/>
            <p:nvPr/>
          </p:nvSpPr>
          <p:spPr>
            <a:xfrm>
              <a:off x="6890950" y="3871200"/>
              <a:ext cx="59750" cy="58800"/>
            </a:xfrm>
            <a:custGeom>
              <a:avLst/>
              <a:gdLst/>
              <a:ahLst/>
              <a:cxnLst/>
              <a:rect l="l" t="t" r="r" b="b"/>
              <a:pathLst>
                <a:path w="2390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5"/>
            <p:cNvSpPr/>
            <p:nvPr/>
          </p:nvSpPr>
          <p:spPr>
            <a:xfrm>
              <a:off x="6832175" y="3929975"/>
              <a:ext cx="58800" cy="59750"/>
            </a:xfrm>
            <a:custGeom>
              <a:avLst/>
              <a:gdLst/>
              <a:ahLst/>
              <a:cxnLst/>
              <a:rect l="l" t="t" r="r" b="b"/>
              <a:pathLst>
                <a:path w="2352" h="2390" extrusionOk="0">
                  <a:moveTo>
                    <a:pt x="1" y="1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25"/>
          <p:cNvGrpSpPr/>
          <p:nvPr/>
        </p:nvGrpSpPr>
        <p:grpSpPr>
          <a:xfrm>
            <a:off x="1633900" y="735075"/>
            <a:ext cx="178225" cy="178225"/>
            <a:chOff x="6772475" y="3811500"/>
            <a:chExt cx="178225" cy="178225"/>
          </a:xfrm>
        </p:grpSpPr>
        <p:sp>
          <p:nvSpPr>
            <p:cNvPr id="767" name="Google Shape;767;p25"/>
            <p:cNvSpPr/>
            <p:nvPr/>
          </p:nvSpPr>
          <p:spPr>
            <a:xfrm>
              <a:off x="6832175" y="3871200"/>
              <a:ext cx="58800" cy="58800"/>
            </a:xfrm>
            <a:custGeom>
              <a:avLst/>
              <a:gdLst/>
              <a:ahLst/>
              <a:cxnLst/>
              <a:rect l="l" t="t" r="r" b="b"/>
              <a:pathLst>
                <a:path w="2352" h="2352" extrusionOk="0">
                  <a:moveTo>
                    <a:pt x="1" y="1"/>
                  </a:moveTo>
                  <a:lnTo>
                    <a:pt x="1" y="2352"/>
                  </a:lnTo>
                  <a:lnTo>
                    <a:pt x="2351" y="2352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5"/>
            <p:cNvSpPr/>
            <p:nvPr/>
          </p:nvSpPr>
          <p:spPr>
            <a:xfrm>
              <a:off x="6832175" y="3811500"/>
              <a:ext cx="58800" cy="59725"/>
            </a:xfrm>
            <a:custGeom>
              <a:avLst/>
              <a:gdLst/>
              <a:ahLst/>
              <a:cxnLst/>
              <a:rect l="l" t="t" r="r" b="b"/>
              <a:pathLst>
                <a:path w="2352" h="2389" extrusionOk="0">
                  <a:moveTo>
                    <a:pt x="1" y="0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0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5"/>
            <p:cNvSpPr/>
            <p:nvPr/>
          </p:nvSpPr>
          <p:spPr>
            <a:xfrm>
              <a:off x="6772475" y="3871200"/>
              <a:ext cx="59725" cy="58800"/>
            </a:xfrm>
            <a:custGeom>
              <a:avLst/>
              <a:gdLst/>
              <a:ahLst/>
              <a:cxnLst/>
              <a:rect l="l" t="t" r="r" b="b"/>
              <a:pathLst>
                <a:path w="2389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5"/>
            <p:cNvSpPr/>
            <p:nvPr/>
          </p:nvSpPr>
          <p:spPr>
            <a:xfrm>
              <a:off x="6890950" y="3871200"/>
              <a:ext cx="59750" cy="58800"/>
            </a:xfrm>
            <a:custGeom>
              <a:avLst/>
              <a:gdLst/>
              <a:ahLst/>
              <a:cxnLst/>
              <a:rect l="l" t="t" r="r" b="b"/>
              <a:pathLst>
                <a:path w="2390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5"/>
            <p:cNvSpPr/>
            <p:nvPr/>
          </p:nvSpPr>
          <p:spPr>
            <a:xfrm>
              <a:off x="6832175" y="3929975"/>
              <a:ext cx="58800" cy="59750"/>
            </a:xfrm>
            <a:custGeom>
              <a:avLst/>
              <a:gdLst/>
              <a:ahLst/>
              <a:cxnLst/>
              <a:rect l="l" t="t" r="r" b="b"/>
              <a:pathLst>
                <a:path w="2352" h="2390" extrusionOk="0">
                  <a:moveTo>
                    <a:pt x="1" y="1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3" name="Google Shape;883;p25"/>
          <p:cNvGrpSpPr/>
          <p:nvPr/>
        </p:nvGrpSpPr>
        <p:grpSpPr>
          <a:xfrm>
            <a:off x="5480575" y="649425"/>
            <a:ext cx="178225" cy="178225"/>
            <a:chOff x="6772475" y="3811500"/>
            <a:chExt cx="178225" cy="178225"/>
          </a:xfrm>
        </p:grpSpPr>
        <p:sp>
          <p:nvSpPr>
            <p:cNvPr id="884" name="Google Shape;884;p25"/>
            <p:cNvSpPr/>
            <p:nvPr/>
          </p:nvSpPr>
          <p:spPr>
            <a:xfrm>
              <a:off x="6832175" y="3871200"/>
              <a:ext cx="58800" cy="58800"/>
            </a:xfrm>
            <a:custGeom>
              <a:avLst/>
              <a:gdLst/>
              <a:ahLst/>
              <a:cxnLst/>
              <a:rect l="l" t="t" r="r" b="b"/>
              <a:pathLst>
                <a:path w="2352" h="2352" extrusionOk="0">
                  <a:moveTo>
                    <a:pt x="1" y="1"/>
                  </a:moveTo>
                  <a:lnTo>
                    <a:pt x="1" y="2352"/>
                  </a:lnTo>
                  <a:lnTo>
                    <a:pt x="2351" y="2352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5"/>
            <p:cNvSpPr/>
            <p:nvPr/>
          </p:nvSpPr>
          <p:spPr>
            <a:xfrm>
              <a:off x="6832175" y="3811500"/>
              <a:ext cx="58800" cy="59725"/>
            </a:xfrm>
            <a:custGeom>
              <a:avLst/>
              <a:gdLst/>
              <a:ahLst/>
              <a:cxnLst/>
              <a:rect l="l" t="t" r="r" b="b"/>
              <a:pathLst>
                <a:path w="2352" h="2389" extrusionOk="0">
                  <a:moveTo>
                    <a:pt x="1" y="0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0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5"/>
            <p:cNvSpPr/>
            <p:nvPr/>
          </p:nvSpPr>
          <p:spPr>
            <a:xfrm>
              <a:off x="6772475" y="3871200"/>
              <a:ext cx="59725" cy="58800"/>
            </a:xfrm>
            <a:custGeom>
              <a:avLst/>
              <a:gdLst/>
              <a:ahLst/>
              <a:cxnLst/>
              <a:rect l="l" t="t" r="r" b="b"/>
              <a:pathLst>
                <a:path w="2389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5"/>
            <p:cNvSpPr/>
            <p:nvPr/>
          </p:nvSpPr>
          <p:spPr>
            <a:xfrm>
              <a:off x="6890950" y="3871200"/>
              <a:ext cx="59750" cy="58800"/>
            </a:xfrm>
            <a:custGeom>
              <a:avLst/>
              <a:gdLst/>
              <a:ahLst/>
              <a:cxnLst/>
              <a:rect l="l" t="t" r="r" b="b"/>
              <a:pathLst>
                <a:path w="2390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5"/>
            <p:cNvSpPr/>
            <p:nvPr/>
          </p:nvSpPr>
          <p:spPr>
            <a:xfrm>
              <a:off x="6832175" y="3929975"/>
              <a:ext cx="58800" cy="59750"/>
            </a:xfrm>
            <a:custGeom>
              <a:avLst/>
              <a:gdLst/>
              <a:ahLst/>
              <a:cxnLst/>
              <a:rect l="l" t="t" r="r" b="b"/>
              <a:pathLst>
                <a:path w="2352" h="2390" extrusionOk="0">
                  <a:moveTo>
                    <a:pt x="1" y="1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9" name="Google Shape;889;p25"/>
          <p:cNvSpPr/>
          <p:nvPr/>
        </p:nvSpPr>
        <p:spPr>
          <a:xfrm>
            <a:off x="829591" y="4599928"/>
            <a:ext cx="178225" cy="1782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ress Start 2P"/>
              </a:rPr>
              <a:t>©</a:t>
            </a:r>
          </a:p>
        </p:txBody>
      </p:sp>
      <p:sp>
        <p:nvSpPr>
          <p:cNvPr id="890" name="Google Shape;890;p25"/>
          <p:cNvSpPr txBox="1">
            <a:spLocks noGrp="1"/>
          </p:cNvSpPr>
          <p:nvPr>
            <p:ph type="ctrTitle"/>
          </p:nvPr>
        </p:nvSpPr>
        <p:spPr>
          <a:xfrm>
            <a:off x="1602990" y="2508731"/>
            <a:ext cx="5934900" cy="54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505D87"/>
                </a:solidFill>
              </a:rPr>
              <a:t>Proyecto 2DAM</a:t>
            </a:r>
            <a:endParaRPr sz="3000" b="0" dirty="0">
              <a:solidFill>
                <a:srgbClr val="505D87"/>
              </a:solidFill>
            </a:endParaRPr>
          </a:p>
        </p:txBody>
      </p:sp>
      <p:sp>
        <p:nvSpPr>
          <p:cNvPr id="894" name="Google Shape;894;p25"/>
          <p:cNvSpPr/>
          <p:nvPr/>
        </p:nvSpPr>
        <p:spPr>
          <a:xfrm>
            <a:off x="7779125" y="3451125"/>
            <a:ext cx="112500" cy="16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25"/>
          <p:cNvSpPr/>
          <p:nvPr/>
        </p:nvSpPr>
        <p:spPr>
          <a:xfrm>
            <a:off x="7944200" y="3451125"/>
            <a:ext cx="112500" cy="16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4" name="Google Shape;954;p25"/>
          <p:cNvGrpSpPr/>
          <p:nvPr/>
        </p:nvGrpSpPr>
        <p:grpSpPr>
          <a:xfrm>
            <a:off x="3946225" y="4442088"/>
            <a:ext cx="1252525" cy="322800"/>
            <a:chOff x="3946225" y="4442088"/>
            <a:chExt cx="1252525" cy="322800"/>
          </a:xfrm>
        </p:grpSpPr>
        <p:grpSp>
          <p:nvGrpSpPr>
            <p:cNvPr id="955" name="Google Shape;955;p25"/>
            <p:cNvGrpSpPr/>
            <p:nvPr/>
          </p:nvGrpSpPr>
          <p:grpSpPr>
            <a:xfrm>
              <a:off x="4386225" y="4442088"/>
              <a:ext cx="372525" cy="322800"/>
              <a:chOff x="4386225" y="4090138"/>
              <a:chExt cx="372525" cy="322800"/>
            </a:xfrm>
          </p:grpSpPr>
          <p:sp>
            <p:nvSpPr>
              <p:cNvPr id="956" name="Google Shape;956;p25"/>
              <p:cNvSpPr/>
              <p:nvPr/>
            </p:nvSpPr>
            <p:spPr>
              <a:xfrm>
                <a:off x="471797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25"/>
              <p:cNvSpPr/>
              <p:nvPr/>
            </p:nvSpPr>
            <p:spPr>
              <a:xfrm>
                <a:off x="4551150" y="4371213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0" y="0"/>
                    </a:moveTo>
                    <a:lnTo>
                      <a:pt x="0" y="1668"/>
                    </a:lnTo>
                    <a:lnTo>
                      <a:pt x="1668" y="1668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25"/>
              <p:cNvSpPr/>
              <p:nvPr/>
            </p:nvSpPr>
            <p:spPr>
              <a:xfrm>
                <a:off x="4426975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25"/>
              <p:cNvSpPr/>
              <p:nvPr/>
            </p:nvSpPr>
            <p:spPr>
              <a:xfrm>
                <a:off x="4592850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25"/>
              <p:cNvSpPr/>
              <p:nvPr/>
            </p:nvSpPr>
            <p:spPr>
              <a:xfrm>
                <a:off x="4634550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25"/>
              <p:cNvSpPr/>
              <p:nvPr/>
            </p:nvSpPr>
            <p:spPr>
              <a:xfrm>
                <a:off x="4467725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25"/>
              <p:cNvSpPr/>
              <p:nvPr/>
            </p:nvSpPr>
            <p:spPr>
              <a:xfrm>
                <a:off x="4467725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25"/>
              <p:cNvSpPr/>
              <p:nvPr/>
            </p:nvSpPr>
            <p:spPr>
              <a:xfrm>
                <a:off x="4634550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25"/>
              <p:cNvSpPr/>
              <p:nvPr/>
            </p:nvSpPr>
            <p:spPr>
              <a:xfrm>
                <a:off x="4551150" y="4173563"/>
                <a:ext cx="41725" cy="4077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1" extrusionOk="0">
                    <a:moveTo>
                      <a:pt x="0" y="0"/>
                    </a:moveTo>
                    <a:lnTo>
                      <a:pt x="0" y="1630"/>
                    </a:lnTo>
                    <a:lnTo>
                      <a:pt x="1668" y="1630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25"/>
              <p:cNvSpPr/>
              <p:nvPr/>
            </p:nvSpPr>
            <p:spPr>
              <a:xfrm>
                <a:off x="4426975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25"/>
              <p:cNvSpPr/>
              <p:nvPr/>
            </p:nvSpPr>
            <p:spPr>
              <a:xfrm>
                <a:off x="450945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25"/>
              <p:cNvSpPr/>
              <p:nvPr/>
            </p:nvSpPr>
            <p:spPr>
              <a:xfrm>
                <a:off x="4467738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25"/>
              <p:cNvSpPr/>
              <p:nvPr/>
            </p:nvSpPr>
            <p:spPr>
              <a:xfrm>
                <a:off x="4551625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25"/>
              <p:cNvSpPr/>
              <p:nvPr/>
            </p:nvSpPr>
            <p:spPr>
              <a:xfrm>
                <a:off x="463410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25"/>
              <p:cNvSpPr/>
              <p:nvPr/>
            </p:nvSpPr>
            <p:spPr>
              <a:xfrm>
                <a:off x="4592388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25"/>
              <p:cNvSpPr/>
              <p:nvPr/>
            </p:nvSpPr>
            <p:spPr>
              <a:xfrm>
                <a:off x="467535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25"/>
              <p:cNvSpPr/>
              <p:nvPr/>
            </p:nvSpPr>
            <p:spPr>
              <a:xfrm>
                <a:off x="471797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25"/>
              <p:cNvSpPr/>
              <p:nvPr/>
            </p:nvSpPr>
            <p:spPr>
              <a:xfrm>
                <a:off x="438622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25"/>
              <p:cNvSpPr/>
              <p:nvPr/>
            </p:nvSpPr>
            <p:spPr>
              <a:xfrm>
                <a:off x="438622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25"/>
              <p:cNvSpPr/>
              <p:nvPr/>
            </p:nvSpPr>
            <p:spPr>
              <a:xfrm>
                <a:off x="4509450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25"/>
              <p:cNvSpPr/>
              <p:nvPr/>
            </p:nvSpPr>
            <p:spPr>
              <a:xfrm>
                <a:off x="4467738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25"/>
              <p:cNvSpPr/>
              <p:nvPr/>
            </p:nvSpPr>
            <p:spPr>
              <a:xfrm>
                <a:off x="4551625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25"/>
              <p:cNvSpPr/>
              <p:nvPr/>
            </p:nvSpPr>
            <p:spPr>
              <a:xfrm>
                <a:off x="4634100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25"/>
              <p:cNvSpPr/>
              <p:nvPr/>
            </p:nvSpPr>
            <p:spPr>
              <a:xfrm>
                <a:off x="4592388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25"/>
              <p:cNvSpPr/>
              <p:nvPr/>
            </p:nvSpPr>
            <p:spPr>
              <a:xfrm>
                <a:off x="4509450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25"/>
              <p:cNvSpPr/>
              <p:nvPr/>
            </p:nvSpPr>
            <p:spPr>
              <a:xfrm>
                <a:off x="4551625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25"/>
              <p:cNvSpPr/>
              <p:nvPr/>
            </p:nvSpPr>
            <p:spPr>
              <a:xfrm>
                <a:off x="4592388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3" name="Google Shape;983;p25"/>
            <p:cNvGrpSpPr/>
            <p:nvPr/>
          </p:nvGrpSpPr>
          <p:grpSpPr>
            <a:xfrm>
              <a:off x="4826225" y="4442088"/>
              <a:ext cx="372525" cy="322800"/>
              <a:chOff x="4826225" y="4090138"/>
              <a:chExt cx="372525" cy="322800"/>
            </a:xfrm>
          </p:grpSpPr>
          <p:sp>
            <p:nvSpPr>
              <p:cNvPr id="984" name="Google Shape;984;p25"/>
              <p:cNvSpPr/>
              <p:nvPr/>
            </p:nvSpPr>
            <p:spPr>
              <a:xfrm>
                <a:off x="515797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25"/>
              <p:cNvSpPr/>
              <p:nvPr/>
            </p:nvSpPr>
            <p:spPr>
              <a:xfrm>
                <a:off x="4991150" y="4371213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0" y="0"/>
                    </a:moveTo>
                    <a:lnTo>
                      <a:pt x="0" y="1668"/>
                    </a:lnTo>
                    <a:lnTo>
                      <a:pt x="1668" y="1668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25"/>
              <p:cNvSpPr/>
              <p:nvPr/>
            </p:nvSpPr>
            <p:spPr>
              <a:xfrm>
                <a:off x="4866975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25"/>
              <p:cNvSpPr/>
              <p:nvPr/>
            </p:nvSpPr>
            <p:spPr>
              <a:xfrm>
                <a:off x="5032850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25"/>
              <p:cNvSpPr/>
              <p:nvPr/>
            </p:nvSpPr>
            <p:spPr>
              <a:xfrm>
                <a:off x="5074550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25"/>
              <p:cNvSpPr/>
              <p:nvPr/>
            </p:nvSpPr>
            <p:spPr>
              <a:xfrm>
                <a:off x="4907725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25"/>
              <p:cNvSpPr/>
              <p:nvPr/>
            </p:nvSpPr>
            <p:spPr>
              <a:xfrm>
                <a:off x="4991150" y="4173563"/>
                <a:ext cx="41725" cy="4077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1" extrusionOk="0">
                    <a:moveTo>
                      <a:pt x="0" y="0"/>
                    </a:moveTo>
                    <a:lnTo>
                      <a:pt x="0" y="1630"/>
                    </a:lnTo>
                    <a:lnTo>
                      <a:pt x="1668" y="1630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25"/>
              <p:cNvSpPr/>
              <p:nvPr/>
            </p:nvSpPr>
            <p:spPr>
              <a:xfrm>
                <a:off x="4866975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25"/>
              <p:cNvSpPr/>
              <p:nvPr/>
            </p:nvSpPr>
            <p:spPr>
              <a:xfrm>
                <a:off x="511535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25"/>
              <p:cNvSpPr/>
              <p:nvPr/>
            </p:nvSpPr>
            <p:spPr>
              <a:xfrm>
                <a:off x="515797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25"/>
              <p:cNvSpPr/>
              <p:nvPr/>
            </p:nvSpPr>
            <p:spPr>
              <a:xfrm>
                <a:off x="482622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25"/>
              <p:cNvSpPr/>
              <p:nvPr/>
            </p:nvSpPr>
            <p:spPr>
              <a:xfrm>
                <a:off x="482622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25"/>
              <p:cNvSpPr/>
              <p:nvPr/>
            </p:nvSpPr>
            <p:spPr>
              <a:xfrm>
                <a:off x="4907738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25"/>
              <p:cNvSpPr/>
              <p:nvPr/>
            </p:nvSpPr>
            <p:spPr>
              <a:xfrm>
                <a:off x="5074100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25"/>
              <p:cNvSpPr/>
              <p:nvPr/>
            </p:nvSpPr>
            <p:spPr>
              <a:xfrm>
                <a:off x="4949450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25"/>
              <p:cNvSpPr/>
              <p:nvPr/>
            </p:nvSpPr>
            <p:spPr>
              <a:xfrm>
                <a:off x="5032388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25"/>
              <p:cNvSpPr/>
              <p:nvPr/>
            </p:nvSpPr>
            <p:spPr>
              <a:xfrm>
                <a:off x="5074550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25"/>
              <p:cNvSpPr/>
              <p:nvPr/>
            </p:nvSpPr>
            <p:spPr>
              <a:xfrm>
                <a:off x="4907725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2" name="Google Shape;1002;p25"/>
            <p:cNvGrpSpPr/>
            <p:nvPr/>
          </p:nvGrpSpPr>
          <p:grpSpPr>
            <a:xfrm>
              <a:off x="3946225" y="4442088"/>
              <a:ext cx="372525" cy="322800"/>
              <a:chOff x="3946225" y="4090138"/>
              <a:chExt cx="372525" cy="322800"/>
            </a:xfrm>
          </p:grpSpPr>
          <p:sp>
            <p:nvSpPr>
              <p:cNvPr id="1003" name="Google Shape;1003;p25"/>
              <p:cNvSpPr/>
              <p:nvPr/>
            </p:nvSpPr>
            <p:spPr>
              <a:xfrm>
                <a:off x="427797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25"/>
              <p:cNvSpPr/>
              <p:nvPr/>
            </p:nvSpPr>
            <p:spPr>
              <a:xfrm>
                <a:off x="4111150" y="4371213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0" y="0"/>
                    </a:moveTo>
                    <a:lnTo>
                      <a:pt x="0" y="1668"/>
                    </a:lnTo>
                    <a:lnTo>
                      <a:pt x="1668" y="1668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25"/>
              <p:cNvSpPr/>
              <p:nvPr/>
            </p:nvSpPr>
            <p:spPr>
              <a:xfrm>
                <a:off x="3986975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25"/>
              <p:cNvSpPr/>
              <p:nvPr/>
            </p:nvSpPr>
            <p:spPr>
              <a:xfrm>
                <a:off x="4152850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25"/>
              <p:cNvSpPr/>
              <p:nvPr/>
            </p:nvSpPr>
            <p:spPr>
              <a:xfrm>
                <a:off x="4194550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25"/>
              <p:cNvSpPr/>
              <p:nvPr/>
            </p:nvSpPr>
            <p:spPr>
              <a:xfrm>
                <a:off x="4027725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25"/>
              <p:cNvSpPr/>
              <p:nvPr/>
            </p:nvSpPr>
            <p:spPr>
              <a:xfrm>
                <a:off x="4027725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25"/>
              <p:cNvSpPr/>
              <p:nvPr/>
            </p:nvSpPr>
            <p:spPr>
              <a:xfrm>
                <a:off x="4194550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25"/>
              <p:cNvSpPr/>
              <p:nvPr/>
            </p:nvSpPr>
            <p:spPr>
              <a:xfrm>
                <a:off x="4111150" y="4173563"/>
                <a:ext cx="41725" cy="4077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1" extrusionOk="0">
                    <a:moveTo>
                      <a:pt x="0" y="0"/>
                    </a:moveTo>
                    <a:lnTo>
                      <a:pt x="0" y="1630"/>
                    </a:lnTo>
                    <a:lnTo>
                      <a:pt x="1668" y="1630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25"/>
              <p:cNvSpPr/>
              <p:nvPr/>
            </p:nvSpPr>
            <p:spPr>
              <a:xfrm>
                <a:off x="3986975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25"/>
              <p:cNvSpPr/>
              <p:nvPr/>
            </p:nvSpPr>
            <p:spPr>
              <a:xfrm>
                <a:off x="406945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25"/>
              <p:cNvSpPr/>
              <p:nvPr/>
            </p:nvSpPr>
            <p:spPr>
              <a:xfrm>
                <a:off x="4027738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25"/>
              <p:cNvSpPr/>
              <p:nvPr/>
            </p:nvSpPr>
            <p:spPr>
              <a:xfrm>
                <a:off x="4111625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25"/>
              <p:cNvSpPr/>
              <p:nvPr/>
            </p:nvSpPr>
            <p:spPr>
              <a:xfrm>
                <a:off x="419410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25"/>
              <p:cNvSpPr/>
              <p:nvPr/>
            </p:nvSpPr>
            <p:spPr>
              <a:xfrm>
                <a:off x="4152388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25"/>
              <p:cNvSpPr/>
              <p:nvPr/>
            </p:nvSpPr>
            <p:spPr>
              <a:xfrm>
                <a:off x="423535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25"/>
              <p:cNvSpPr/>
              <p:nvPr/>
            </p:nvSpPr>
            <p:spPr>
              <a:xfrm>
                <a:off x="427797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25"/>
              <p:cNvSpPr/>
              <p:nvPr/>
            </p:nvSpPr>
            <p:spPr>
              <a:xfrm>
                <a:off x="394622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25"/>
              <p:cNvSpPr/>
              <p:nvPr/>
            </p:nvSpPr>
            <p:spPr>
              <a:xfrm>
                <a:off x="394622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5"/>
              <p:cNvSpPr/>
              <p:nvPr/>
            </p:nvSpPr>
            <p:spPr>
              <a:xfrm>
                <a:off x="4069450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5"/>
              <p:cNvSpPr/>
              <p:nvPr/>
            </p:nvSpPr>
            <p:spPr>
              <a:xfrm>
                <a:off x="4027738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5"/>
              <p:cNvSpPr/>
              <p:nvPr/>
            </p:nvSpPr>
            <p:spPr>
              <a:xfrm>
                <a:off x="4111625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5"/>
              <p:cNvSpPr/>
              <p:nvPr/>
            </p:nvSpPr>
            <p:spPr>
              <a:xfrm>
                <a:off x="4194100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25"/>
              <p:cNvSpPr/>
              <p:nvPr/>
            </p:nvSpPr>
            <p:spPr>
              <a:xfrm>
                <a:off x="4152388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25"/>
              <p:cNvSpPr/>
              <p:nvPr/>
            </p:nvSpPr>
            <p:spPr>
              <a:xfrm>
                <a:off x="4069450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25"/>
              <p:cNvSpPr/>
              <p:nvPr/>
            </p:nvSpPr>
            <p:spPr>
              <a:xfrm>
                <a:off x="4111625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25"/>
              <p:cNvSpPr/>
              <p:nvPr/>
            </p:nvSpPr>
            <p:spPr>
              <a:xfrm>
                <a:off x="4152388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25"/>
              <p:cNvSpPr/>
              <p:nvPr/>
            </p:nvSpPr>
            <p:spPr>
              <a:xfrm>
                <a:off x="3986975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25"/>
              <p:cNvSpPr/>
              <p:nvPr/>
            </p:nvSpPr>
            <p:spPr>
              <a:xfrm>
                <a:off x="4069450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25"/>
              <p:cNvSpPr/>
              <p:nvPr/>
            </p:nvSpPr>
            <p:spPr>
              <a:xfrm>
                <a:off x="4027738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5"/>
              <p:cNvSpPr/>
              <p:nvPr/>
            </p:nvSpPr>
            <p:spPr>
              <a:xfrm>
                <a:off x="4111625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5"/>
              <p:cNvSpPr/>
              <p:nvPr/>
            </p:nvSpPr>
            <p:spPr>
              <a:xfrm>
                <a:off x="4194100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5"/>
              <p:cNvSpPr/>
              <p:nvPr/>
            </p:nvSpPr>
            <p:spPr>
              <a:xfrm>
                <a:off x="4152388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5"/>
              <p:cNvSpPr/>
              <p:nvPr/>
            </p:nvSpPr>
            <p:spPr>
              <a:xfrm>
                <a:off x="4235350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5"/>
              <p:cNvSpPr/>
              <p:nvPr/>
            </p:nvSpPr>
            <p:spPr>
              <a:xfrm>
                <a:off x="3986975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5"/>
              <p:cNvSpPr/>
              <p:nvPr/>
            </p:nvSpPr>
            <p:spPr>
              <a:xfrm>
                <a:off x="4069450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5"/>
              <p:cNvSpPr/>
              <p:nvPr/>
            </p:nvSpPr>
            <p:spPr>
              <a:xfrm>
                <a:off x="4027738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5"/>
              <p:cNvSpPr/>
              <p:nvPr/>
            </p:nvSpPr>
            <p:spPr>
              <a:xfrm>
                <a:off x="4111625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5"/>
              <p:cNvSpPr/>
              <p:nvPr/>
            </p:nvSpPr>
            <p:spPr>
              <a:xfrm>
                <a:off x="4194100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5"/>
              <p:cNvSpPr/>
              <p:nvPr/>
            </p:nvSpPr>
            <p:spPr>
              <a:xfrm>
                <a:off x="4152388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5"/>
              <p:cNvSpPr/>
              <p:nvPr/>
            </p:nvSpPr>
            <p:spPr>
              <a:xfrm>
                <a:off x="4235350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5"/>
              <p:cNvSpPr/>
              <p:nvPr/>
            </p:nvSpPr>
            <p:spPr>
              <a:xfrm>
                <a:off x="4027738" y="413181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25"/>
              <p:cNvSpPr/>
              <p:nvPr/>
            </p:nvSpPr>
            <p:spPr>
              <a:xfrm>
                <a:off x="4194100" y="413181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5" name="Imagen 4" descr="Un conjunto de letras negras en un fondo negro&#10;&#10;El contenido generado por IA puede ser incorrecto.">
            <a:extLst>
              <a:ext uri="{FF2B5EF4-FFF2-40B4-BE49-F238E27FC236}">
                <a16:creationId xmlns:a16="http://schemas.microsoft.com/office/drawing/2014/main" id="{A6D1BF72-6EB9-9727-B943-3D5BCA84E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248" y="3584949"/>
            <a:ext cx="1160851" cy="1160851"/>
          </a:xfrm>
          <a:prstGeom prst="rect">
            <a:avLst/>
          </a:prstGeom>
        </p:spPr>
      </p:pic>
      <p:pic>
        <p:nvPicPr>
          <p:cNvPr id="7" name="Imagen 6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51DCDF8D-0E55-A23D-284B-227B872DA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196" y="113642"/>
            <a:ext cx="1225608" cy="1225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26"/>
          <p:cNvSpPr txBox="1">
            <a:spLocks noGrp="1"/>
          </p:cNvSpPr>
          <p:nvPr>
            <p:ph type="ctrTitle"/>
          </p:nvPr>
        </p:nvSpPr>
        <p:spPr>
          <a:xfrm>
            <a:off x="499473" y="848688"/>
            <a:ext cx="5447718" cy="4674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Juego Top Down en 2D</a:t>
            </a:r>
            <a:endParaRPr sz="2000" dirty="0"/>
          </a:p>
        </p:txBody>
      </p:sp>
      <p:sp>
        <p:nvSpPr>
          <p:cNvPr id="1109" name="Google Shape;1109;p26"/>
          <p:cNvSpPr txBox="1">
            <a:spLocks noGrp="1"/>
          </p:cNvSpPr>
          <p:nvPr>
            <p:ph type="subTitle" idx="1"/>
          </p:nvPr>
        </p:nvSpPr>
        <p:spPr>
          <a:xfrm>
            <a:off x="657654" y="1631209"/>
            <a:ext cx="5273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Combate melee, enemigos con IA simple</a:t>
            </a:r>
          </a:p>
        </p:txBody>
      </p:sp>
      <p:sp>
        <p:nvSpPr>
          <p:cNvPr id="1110" name="Google Shape;1110;p26"/>
          <p:cNvSpPr/>
          <p:nvPr/>
        </p:nvSpPr>
        <p:spPr>
          <a:xfrm rot="5395110">
            <a:off x="736750" y="1777909"/>
            <a:ext cx="210900" cy="1161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1" name="Google Shape;1111;p26"/>
          <p:cNvSpPr/>
          <p:nvPr/>
        </p:nvSpPr>
        <p:spPr>
          <a:xfrm>
            <a:off x="6640842" y="4249750"/>
            <a:ext cx="73500" cy="7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26"/>
          <p:cNvSpPr/>
          <p:nvPr/>
        </p:nvSpPr>
        <p:spPr>
          <a:xfrm>
            <a:off x="4436975" y="661575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26"/>
          <p:cNvSpPr/>
          <p:nvPr/>
        </p:nvSpPr>
        <p:spPr>
          <a:xfrm>
            <a:off x="319188" y="3753816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26"/>
          <p:cNvSpPr/>
          <p:nvPr/>
        </p:nvSpPr>
        <p:spPr>
          <a:xfrm>
            <a:off x="7082688" y="827650"/>
            <a:ext cx="73500" cy="7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26"/>
          <p:cNvSpPr/>
          <p:nvPr/>
        </p:nvSpPr>
        <p:spPr>
          <a:xfrm>
            <a:off x="8254025" y="2874600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26"/>
          <p:cNvSpPr txBox="1">
            <a:spLocks noGrp="1"/>
          </p:cNvSpPr>
          <p:nvPr>
            <p:ph type="subTitle" idx="4"/>
          </p:nvPr>
        </p:nvSpPr>
        <p:spPr>
          <a:xfrm>
            <a:off x="718440" y="329088"/>
            <a:ext cx="1383300" cy="210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 UP </a:t>
            </a:r>
            <a:r>
              <a:rPr lang="en" dirty="0">
                <a:solidFill>
                  <a:srgbClr val="505D87"/>
                </a:solidFill>
              </a:rPr>
              <a:t>20000</a:t>
            </a:r>
            <a:endParaRPr dirty="0">
              <a:solidFill>
                <a:srgbClr val="505D87"/>
              </a:solidFill>
            </a:endParaRPr>
          </a:p>
        </p:txBody>
      </p:sp>
      <p:grpSp>
        <p:nvGrpSpPr>
          <p:cNvPr id="1202" name="Google Shape;1202;p26"/>
          <p:cNvGrpSpPr/>
          <p:nvPr/>
        </p:nvGrpSpPr>
        <p:grpSpPr>
          <a:xfrm>
            <a:off x="7974667" y="4197375"/>
            <a:ext cx="178225" cy="178225"/>
            <a:chOff x="6772475" y="3811500"/>
            <a:chExt cx="178225" cy="178225"/>
          </a:xfrm>
        </p:grpSpPr>
        <p:sp>
          <p:nvSpPr>
            <p:cNvPr id="1203" name="Google Shape;1203;p26"/>
            <p:cNvSpPr/>
            <p:nvPr/>
          </p:nvSpPr>
          <p:spPr>
            <a:xfrm>
              <a:off x="6832175" y="3871200"/>
              <a:ext cx="58800" cy="58800"/>
            </a:xfrm>
            <a:custGeom>
              <a:avLst/>
              <a:gdLst/>
              <a:ahLst/>
              <a:cxnLst/>
              <a:rect l="l" t="t" r="r" b="b"/>
              <a:pathLst>
                <a:path w="2352" h="2352" extrusionOk="0">
                  <a:moveTo>
                    <a:pt x="1" y="1"/>
                  </a:moveTo>
                  <a:lnTo>
                    <a:pt x="1" y="2352"/>
                  </a:lnTo>
                  <a:lnTo>
                    <a:pt x="2351" y="2352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6"/>
            <p:cNvSpPr/>
            <p:nvPr/>
          </p:nvSpPr>
          <p:spPr>
            <a:xfrm>
              <a:off x="6832175" y="3811500"/>
              <a:ext cx="58800" cy="59725"/>
            </a:xfrm>
            <a:custGeom>
              <a:avLst/>
              <a:gdLst/>
              <a:ahLst/>
              <a:cxnLst/>
              <a:rect l="l" t="t" r="r" b="b"/>
              <a:pathLst>
                <a:path w="2352" h="2389" extrusionOk="0">
                  <a:moveTo>
                    <a:pt x="1" y="0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0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6"/>
            <p:cNvSpPr/>
            <p:nvPr/>
          </p:nvSpPr>
          <p:spPr>
            <a:xfrm>
              <a:off x="6772475" y="3871200"/>
              <a:ext cx="59725" cy="58800"/>
            </a:xfrm>
            <a:custGeom>
              <a:avLst/>
              <a:gdLst/>
              <a:ahLst/>
              <a:cxnLst/>
              <a:rect l="l" t="t" r="r" b="b"/>
              <a:pathLst>
                <a:path w="2389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6"/>
            <p:cNvSpPr/>
            <p:nvPr/>
          </p:nvSpPr>
          <p:spPr>
            <a:xfrm>
              <a:off x="6890950" y="3871200"/>
              <a:ext cx="59750" cy="58800"/>
            </a:xfrm>
            <a:custGeom>
              <a:avLst/>
              <a:gdLst/>
              <a:ahLst/>
              <a:cxnLst/>
              <a:rect l="l" t="t" r="r" b="b"/>
              <a:pathLst>
                <a:path w="2390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6"/>
            <p:cNvSpPr/>
            <p:nvPr/>
          </p:nvSpPr>
          <p:spPr>
            <a:xfrm>
              <a:off x="6832175" y="3929975"/>
              <a:ext cx="58800" cy="59750"/>
            </a:xfrm>
            <a:custGeom>
              <a:avLst/>
              <a:gdLst/>
              <a:ahLst/>
              <a:cxnLst/>
              <a:rect l="l" t="t" r="r" b="b"/>
              <a:pathLst>
                <a:path w="2352" h="2390" extrusionOk="0">
                  <a:moveTo>
                    <a:pt x="1" y="1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26"/>
          <p:cNvGrpSpPr/>
          <p:nvPr/>
        </p:nvGrpSpPr>
        <p:grpSpPr>
          <a:xfrm>
            <a:off x="2161440" y="457308"/>
            <a:ext cx="178225" cy="178225"/>
            <a:chOff x="6772475" y="3811500"/>
            <a:chExt cx="178225" cy="178225"/>
          </a:xfrm>
        </p:grpSpPr>
        <p:sp>
          <p:nvSpPr>
            <p:cNvPr id="1209" name="Google Shape;1209;p26"/>
            <p:cNvSpPr/>
            <p:nvPr/>
          </p:nvSpPr>
          <p:spPr>
            <a:xfrm>
              <a:off x="6832175" y="3871200"/>
              <a:ext cx="58800" cy="58800"/>
            </a:xfrm>
            <a:custGeom>
              <a:avLst/>
              <a:gdLst/>
              <a:ahLst/>
              <a:cxnLst/>
              <a:rect l="l" t="t" r="r" b="b"/>
              <a:pathLst>
                <a:path w="2352" h="2352" extrusionOk="0">
                  <a:moveTo>
                    <a:pt x="1" y="1"/>
                  </a:moveTo>
                  <a:lnTo>
                    <a:pt x="1" y="2352"/>
                  </a:lnTo>
                  <a:lnTo>
                    <a:pt x="2351" y="2352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6"/>
            <p:cNvSpPr/>
            <p:nvPr/>
          </p:nvSpPr>
          <p:spPr>
            <a:xfrm>
              <a:off x="6832175" y="3811500"/>
              <a:ext cx="58800" cy="59725"/>
            </a:xfrm>
            <a:custGeom>
              <a:avLst/>
              <a:gdLst/>
              <a:ahLst/>
              <a:cxnLst/>
              <a:rect l="l" t="t" r="r" b="b"/>
              <a:pathLst>
                <a:path w="2352" h="2389" extrusionOk="0">
                  <a:moveTo>
                    <a:pt x="1" y="0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0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6"/>
            <p:cNvSpPr/>
            <p:nvPr/>
          </p:nvSpPr>
          <p:spPr>
            <a:xfrm>
              <a:off x="6772475" y="3871200"/>
              <a:ext cx="59725" cy="58800"/>
            </a:xfrm>
            <a:custGeom>
              <a:avLst/>
              <a:gdLst/>
              <a:ahLst/>
              <a:cxnLst/>
              <a:rect l="l" t="t" r="r" b="b"/>
              <a:pathLst>
                <a:path w="2389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6"/>
            <p:cNvSpPr/>
            <p:nvPr/>
          </p:nvSpPr>
          <p:spPr>
            <a:xfrm>
              <a:off x="6890950" y="3871200"/>
              <a:ext cx="59750" cy="58800"/>
            </a:xfrm>
            <a:custGeom>
              <a:avLst/>
              <a:gdLst/>
              <a:ahLst/>
              <a:cxnLst/>
              <a:rect l="l" t="t" r="r" b="b"/>
              <a:pathLst>
                <a:path w="2390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6"/>
            <p:cNvSpPr/>
            <p:nvPr/>
          </p:nvSpPr>
          <p:spPr>
            <a:xfrm>
              <a:off x="6832175" y="3929975"/>
              <a:ext cx="58800" cy="59750"/>
            </a:xfrm>
            <a:custGeom>
              <a:avLst/>
              <a:gdLst/>
              <a:ahLst/>
              <a:cxnLst/>
              <a:rect l="l" t="t" r="r" b="b"/>
              <a:pathLst>
                <a:path w="2352" h="2390" extrusionOk="0">
                  <a:moveTo>
                    <a:pt x="1" y="1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5" name="Google Shape;1325;p26"/>
          <p:cNvGrpSpPr/>
          <p:nvPr/>
        </p:nvGrpSpPr>
        <p:grpSpPr>
          <a:xfrm>
            <a:off x="5480575" y="649425"/>
            <a:ext cx="178225" cy="178225"/>
            <a:chOff x="6772475" y="3811500"/>
            <a:chExt cx="178225" cy="178225"/>
          </a:xfrm>
        </p:grpSpPr>
        <p:sp>
          <p:nvSpPr>
            <p:cNvPr id="1326" name="Google Shape;1326;p26"/>
            <p:cNvSpPr/>
            <p:nvPr/>
          </p:nvSpPr>
          <p:spPr>
            <a:xfrm>
              <a:off x="6832175" y="3871200"/>
              <a:ext cx="58800" cy="58800"/>
            </a:xfrm>
            <a:custGeom>
              <a:avLst/>
              <a:gdLst/>
              <a:ahLst/>
              <a:cxnLst/>
              <a:rect l="l" t="t" r="r" b="b"/>
              <a:pathLst>
                <a:path w="2352" h="2352" extrusionOk="0">
                  <a:moveTo>
                    <a:pt x="1" y="1"/>
                  </a:moveTo>
                  <a:lnTo>
                    <a:pt x="1" y="2352"/>
                  </a:lnTo>
                  <a:lnTo>
                    <a:pt x="2351" y="2352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6"/>
            <p:cNvSpPr/>
            <p:nvPr/>
          </p:nvSpPr>
          <p:spPr>
            <a:xfrm>
              <a:off x="6832175" y="3811500"/>
              <a:ext cx="58800" cy="59725"/>
            </a:xfrm>
            <a:custGeom>
              <a:avLst/>
              <a:gdLst/>
              <a:ahLst/>
              <a:cxnLst/>
              <a:rect l="l" t="t" r="r" b="b"/>
              <a:pathLst>
                <a:path w="2352" h="2389" extrusionOk="0">
                  <a:moveTo>
                    <a:pt x="1" y="0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0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6"/>
            <p:cNvSpPr/>
            <p:nvPr/>
          </p:nvSpPr>
          <p:spPr>
            <a:xfrm>
              <a:off x="6772475" y="3871200"/>
              <a:ext cx="59725" cy="58800"/>
            </a:xfrm>
            <a:custGeom>
              <a:avLst/>
              <a:gdLst/>
              <a:ahLst/>
              <a:cxnLst/>
              <a:rect l="l" t="t" r="r" b="b"/>
              <a:pathLst>
                <a:path w="2389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6"/>
            <p:cNvSpPr/>
            <p:nvPr/>
          </p:nvSpPr>
          <p:spPr>
            <a:xfrm>
              <a:off x="6890950" y="3871200"/>
              <a:ext cx="59750" cy="58800"/>
            </a:xfrm>
            <a:custGeom>
              <a:avLst/>
              <a:gdLst/>
              <a:ahLst/>
              <a:cxnLst/>
              <a:rect l="l" t="t" r="r" b="b"/>
              <a:pathLst>
                <a:path w="2390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6"/>
            <p:cNvSpPr/>
            <p:nvPr/>
          </p:nvSpPr>
          <p:spPr>
            <a:xfrm>
              <a:off x="6832175" y="3929975"/>
              <a:ext cx="58800" cy="59750"/>
            </a:xfrm>
            <a:custGeom>
              <a:avLst/>
              <a:gdLst/>
              <a:ahLst/>
              <a:cxnLst/>
              <a:rect l="l" t="t" r="r" b="b"/>
              <a:pathLst>
                <a:path w="2352" h="2390" extrusionOk="0">
                  <a:moveTo>
                    <a:pt x="1" y="1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4" name="Google Shape;1334;p26"/>
          <p:cNvSpPr/>
          <p:nvPr/>
        </p:nvSpPr>
        <p:spPr>
          <a:xfrm>
            <a:off x="7647021" y="3240050"/>
            <a:ext cx="112500" cy="16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26"/>
          <p:cNvSpPr/>
          <p:nvPr/>
        </p:nvSpPr>
        <p:spPr>
          <a:xfrm>
            <a:off x="7944200" y="3451125"/>
            <a:ext cx="112500" cy="16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4" name="Google Shape;1394;p26"/>
          <p:cNvGrpSpPr/>
          <p:nvPr/>
        </p:nvGrpSpPr>
        <p:grpSpPr>
          <a:xfrm>
            <a:off x="7703271" y="4508805"/>
            <a:ext cx="1252525" cy="322800"/>
            <a:chOff x="3946225" y="4442088"/>
            <a:chExt cx="1252525" cy="322800"/>
          </a:xfrm>
        </p:grpSpPr>
        <p:grpSp>
          <p:nvGrpSpPr>
            <p:cNvPr id="1395" name="Google Shape;1395;p26"/>
            <p:cNvGrpSpPr/>
            <p:nvPr/>
          </p:nvGrpSpPr>
          <p:grpSpPr>
            <a:xfrm>
              <a:off x="4386225" y="4442088"/>
              <a:ext cx="372525" cy="322800"/>
              <a:chOff x="4386225" y="4090138"/>
              <a:chExt cx="372525" cy="322800"/>
            </a:xfrm>
          </p:grpSpPr>
          <p:sp>
            <p:nvSpPr>
              <p:cNvPr id="1396" name="Google Shape;1396;p26"/>
              <p:cNvSpPr/>
              <p:nvPr/>
            </p:nvSpPr>
            <p:spPr>
              <a:xfrm>
                <a:off x="471797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26"/>
              <p:cNvSpPr/>
              <p:nvPr/>
            </p:nvSpPr>
            <p:spPr>
              <a:xfrm>
                <a:off x="4551150" y="4371213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0" y="0"/>
                    </a:moveTo>
                    <a:lnTo>
                      <a:pt x="0" y="1668"/>
                    </a:lnTo>
                    <a:lnTo>
                      <a:pt x="1668" y="1668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26"/>
              <p:cNvSpPr/>
              <p:nvPr/>
            </p:nvSpPr>
            <p:spPr>
              <a:xfrm>
                <a:off x="4426975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26"/>
              <p:cNvSpPr/>
              <p:nvPr/>
            </p:nvSpPr>
            <p:spPr>
              <a:xfrm>
                <a:off x="4592850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26"/>
              <p:cNvSpPr/>
              <p:nvPr/>
            </p:nvSpPr>
            <p:spPr>
              <a:xfrm>
                <a:off x="4634550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26"/>
              <p:cNvSpPr/>
              <p:nvPr/>
            </p:nvSpPr>
            <p:spPr>
              <a:xfrm>
                <a:off x="4467725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26"/>
              <p:cNvSpPr/>
              <p:nvPr/>
            </p:nvSpPr>
            <p:spPr>
              <a:xfrm>
                <a:off x="4467725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6"/>
              <p:cNvSpPr/>
              <p:nvPr/>
            </p:nvSpPr>
            <p:spPr>
              <a:xfrm>
                <a:off x="4634550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6"/>
              <p:cNvSpPr/>
              <p:nvPr/>
            </p:nvSpPr>
            <p:spPr>
              <a:xfrm>
                <a:off x="4551150" y="4173563"/>
                <a:ext cx="41725" cy="4077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1" extrusionOk="0">
                    <a:moveTo>
                      <a:pt x="0" y="0"/>
                    </a:moveTo>
                    <a:lnTo>
                      <a:pt x="0" y="1630"/>
                    </a:lnTo>
                    <a:lnTo>
                      <a:pt x="1668" y="1630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6"/>
              <p:cNvSpPr/>
              <p:nvPr/>
            </p:nvSpPr>
            <p:spPr>
              <a:xfrm>
                <a:off x="4426975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26"/>
              <p:cNvSpPr/>
              <p:nvPr/>
            </p:nvSpPr>
            <p:spPr>
              <a:xfrm>
                <a:off x="450945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26"/>
              <p:cNvSpPr/>
              <p:nvPr/>
            </p:nvSpPr>
            <p:spPr>
              <a:xfrm>
                <a:off x="4467738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6"/>
              <p:cNvSpPr/>
              <p:nvPr/>
            </p:nvSpPr>
            <p:spPr>
              <a:xfrm>
                <a:off x="4551625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6"/>
              <p:cNvSpPr/>
              <p:nvPr/>
            </p:nvSpPr>
            <p:spPr>
              <a:xfrm>
                <a:off x="463410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6"/>
              <p:cNvSpPr/>
              <p:nvPr/>
            </p:nvSpPr>
            <p:spPr>
              <a:xfrm>
                <a:off x="4592388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26"/>
              <p:cNvSpPr/>
              <p:nvPr/>
            </p:nvSpPr>
            <p:spPr>
              <a:xfrm>
                <a:off x="467535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26"/>
              <p:cNvSpPr/>
              <p:nvPr/>
            </p:nvSpPr>
            <p:spPr>
              <a:xfrm>
                <a:off x="471797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6"/>
              <p:cNvSpPr/>
              <p:nvPr/>
            </p:nvSpPr>
            <p:spPr>
              <a:xfrm>
                <a:off x="438622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6"/>
              <p:cNvSpPr/>
              <p:nvPr/>
            </p:nvSpPr>
            <p:spPr>
              <a:xfrm>
                <a:off x="438622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6"/>
              <p:cNvSpPr/>
              <p:nvPr/>
            </p:nvSpPr>
            <p:spPr>
              <a:xfrm>
                <a:off x="4509450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6"/>
              <p:cNvSpPr/>
              <p:nvPr/>
            </p:nvSpPr>
            <p:spPr>
              <a:xfrm>
                <a:off x="4467738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6"/>
              <p:cNvSpPr/>
              <p:nvPr/>
            </p:nvSpPr>
            <p:spPr>
              <a:xfrm>
                <a:off x="4551625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6"/>
              <p:cNvSpPr/>
              <p:nvPr/>
            </p:nvSpPr>
            <p:spPr>
              <a:xfrm>
                <a:off x="4634100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6"/>
              <p:cNvSpPr/>
              <p:nvPr/>
            </p:nvSpPr>
            <p:spPr>
              <a:xfrm>
                <a:off x="4592388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6"/>
              <p:cNvSpPr/>
              <p:nvPr/>
            </p:nvSpPr>
            <p:spPr>
              <a:xfrm>
                <a:off x="4509450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6"/>
              <p:cNvSpPr/>
              <p:nvPr/>
            </p:nvSpPr>
            <p:spPr>
              <a:xfrm>
                <a:off x="4551625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6"/>
              <p:cNvSpPr/>
              <p:nvPr/>
            </p:nvSpPr>
            <p:spPr>
              <a:xfrm>
                <a:off x="4592388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3" name="Google Shape;1423;p26"/>
            <p:cNvGrpSpPr/>
            <p:nvPr/>
          </p:nvGrpSpPr>
          <p:grpSpPr>
            <a:xfrm>
              <a:off x="4826225" y="4442088"/>
              <a:ext cx="372525" cy="322800"/>
              <a:chOff x="4826225" y="4090138"/>
              <a:chExt cx="372525" cy="322800"/>
            </a:xfrm>
          </p:grpSpPr>
          <p:sp>
            <p:nvSpPr>
              <p:cNvPr id="1424" name="Google Shape;1424;p26"/>
              <p:cNvSpPr/>
              <p:nvPr/>
            </p:nvSpPr>
            <p:spPr>
              <a:xfrm>
                <a:off x="515797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6"/>
              <p:cNvSpPr/>
              <p:nvPr/>
            </p:nvSpPr>
            <p:spPr>
              <a:xfrm>
                <a:off x="4991150" y="4371213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0" y="0"/>
                    </a:moveTo>
                    <a:lnTo>
                      <a:pt x="0" y="1668"/>
                    </a:lnTo>
                    <a:lnTo>
                      <a:pt x="1668" y="1668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6"/>
              <p:cNvSpPr/>
              <p:nvPr/>
            </p:nvSpPr>
            <p:spPr>
              <a:xfrm>
                <a:off x="4866975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6"/>
              <p:cNvSpPr/>
              <p:nvPr/>
            </p:nvSpPr>
            <p:spPr>
              <a:xfrm>
                <a:off x="5032850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6"/>
              <p:cNvSpPr/>
              <p:nvPr/>
            </p:nvSpPr>
            <p:spPr>
              <a:xfrm>
                <a:off x="5074550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6"/>
              <p:cNvSpPr/>
              <p:nvPr/>
            </p:nvSpPr>
            <p:spPr>
              <a:xfrm>
                <a:off x="4907725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6"/>
              <p:cNvSpPr/>
              <p:nvPr/>
            </p:nvSpPr>
            <p:spPr>
              <a:xfrm>
                <a:off x="4991150" y="4173563"/>
                <a:ext cx="41725" cy="4077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1" extrusionOk="0">
                    <a:moveTo>
                      <a:pt x="0" y="0"/>
                    </a:moveTo>
                    <a:lnTo>
                      <a:pt x="0" y="1630"/>
                    </a:lnTo>
                    <a:lnTo>
                      <a:pt x="1668" y="1630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6"/>
              <p:cNvSpPr/>
              <p:nvPr/>
            </p:nvSpPr>
            <p:spPr>
              <a:xfrm>
                <a:off x="4866975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6"/>
              <p:cNvSpPr/>
              <p:nvPr/>
            </p:nvSpPr>
            <p:spPr>
              <a:xfrm>
                <a:off x="511535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6"/>
              <p:cNvSpPr/>
              <p:nvPr/>
            </p:nvSpPr>
            <p:spPr>
              <a:xfrm>
                <a:off x="515797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6"/>
              <p:cNvSpPr/>
              <p:nvPr/>
            </p:nvSpPr>
            <p:spPr>
              <a:xfrm>
                <a:off x="482622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6"/>
              <p:cNvSpPr/>
              <p:nvPr/>
            </p:nvSpPr>
            <p:spPr>
              <a:xfrm>
                <a:off x="482622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6"/>
              <p:cNvSpPr/>
              <p:nvPr/>
            </p:nvSpPr>
            <p:spPr>
              <a:xfrm>
                <a:off x="4907738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6"/>
              <p:cNvSpPr/>
              <p:nvPr/>
            </p:nvSpPr>
            <p:spPr>
              <a:xfrm>
                <a:off x="5074100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26"/>
              <p:cNvSpPr/>
              <p:nvPr/>
            </p:nvSpPr>
            <p:spPr>
              <a:xfrm>
                <a:off x="4949450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26"/>
              <p:cNvSpPr/>
              <p:nvPr/>
            </p:nvSpPr>
            <p:spPr>
              <a:xfrm>
                <a:off x="5032388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26"/>
              <p:cNvSpPr/>
              <p:nvPr/>
            </p:nvSpPr>
            <p:spPr>
              <a:xfrm>
                <a:off x="5074550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6"/>
              <p:cNvSpPr/>
              <p:nvPr/>
            </p:nvSpPr>
            <p:spPr>
              <a:xfrm>
                <a:off x="4907725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2" name="Google Shape;1442;p26"/>
            <p:cNvGrpSpPr/>
            <p:nvPr/>
          </p:nvGrpSpPr>
          <p:grpSpPr>
            <a:xfrm>
              <a:off x="3946225" y="4442088"/>
              <a:ext cx="372525" cy="322800"/>
              <a:chOff x="3946225" y="4090138"/>
              <a:chExt cx="372525" cy="322800"/>
            </a:xfrm>
          </p:grpSpPr>
          <p:sp>
            <p:nvSpPr>
              <p:cNvPr id="1443" name="Google Shape;1443;p26"/>
              <p:cNvSpPr/>
              <p:nvPr/>
            </p:nvSpPr>
            <p:spPr>
              <a:xfrm>
                <a:off x="427797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6"/>
              <p:cNvSpPr/>
              <p:nvPr/>
            </p:nvSpPr>
            <p:spPr>
              <a:xfrm>
                <a:off x="4111150" y="4371213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0" y="0"/>
                    </a:moveTo>
                    <a:lnTo>
                      <a:pt x="0" y="1668"/>
                    </a:lnTo>
                    <a:lnTo>
                      <a:pt x="1668" y="1668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6"/>
              <p:cNvSpPr/>
              <p:nvPr/>
            </p:nvSpPr>
            <p:spPr>
              <a:xfrm>
                <a:off x="3986975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6"/>
              <p:cNvSpPr/>
              <p:nvPr/>
            </p:nvSpPr>
            <p:spPr>
              <a:xfrm>
                <a:off x="4152850" y="4131838"/>
                <a:ext cx="1242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4968" h="1632" extrusionOk="0">
                    <a:moveTo>
                      <a:pt x="0" y="1"/>
                    </a:moveTo>
                    <a:lnTo>
                      <a:pt x="0" y="1631"/>
                    </a:lnTo>
                    <a:lnTo>
                      <a:pt x="4967" y="1631"/>
                    </a:lnTo>
                    <a:lnTo>
                      <a:pt x="496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6"/>
              <p:cNvSpPr/>
              <p:nvPr/>
            </p:nvSpPr>
            <p:spPr>
              <a:xfrm>
                <a:off x="4194550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6"/>
              <p:cNvSpPr/>
              <p:nvPr/>
            </p:nvSpPr>
            <p:spPr>
              <a:xfrm>
                <a:off x="4027725" y="4090138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1" y="1"/>
                    </a:moveTo>
                    <a:lnTo>
                      <a:pt x="1" y="1669"/>
                    </a:lnTo>
                    <a:lnTo>
                      <a:pt x="1669" y="166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6"/>
              <p:cNvSpPr/>
              <p:nvPr/>
            </p:nvSpPr>
            <p:spPr>
              <a:xfrm>
                <a:off x="4027725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6"/>
              <p:cNvSpPr/>
              <p:nvPr/>
            </p:nvSpPr>
            <p:spPr>
              <a:xfrm>
                <a:off x="4194550" y="41318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6"/>
              <p:cNvSpPr/>
              <p:nvPr/>
            </p:nvSpPr>
            <p:spPr>
              <a:xfrm>
                <a:off x="4111150" y="4173563"/>
                <a:ext cx="41725" cy="4077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1" extrusionOk="0">
                    <a:moveTo>
                      <a:pt x="0" y="0"/>
                    </a:moveTo>
                    <a:lnTo>
                      <a:pt x="0" y="1630"/>
                    </a:lnTo>
                    <a:lnTo>
                      <a:pt x="1668" y="1630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6"/>
              <p:cNvSpPr/>
              <p:nvPr/>
            </p:nvSpPr>
            <p:spPr>
              <a:xfrm>
                <a:off x="3986975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6"/>
              <p:cNvSpPr/>
              <p:nvPr/>
            </p:nvSpPr>
            <p:spPr>
              <a:xfrm>
                <a:off x="406945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6"/>
              <p:cNvSpPr/>
              <p:nvPr/>
            </p:nvSpPr>
            <p:spPr>
              <a:xfrm>
                <a:off x="4027738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6"/>
              <p:cNvSpPr/>
              <p:nvPr/>
            </p:nvSpPr>
            <p:spPr>
              <a:xfrm>
                <a:off x="4111625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6"/>
              <p:cNvSpPr/>
              <p:nvPr/>
            </p:nvSpPr>
            <p:spPr>
              <a:xfrm>
                <a:off x="419410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6"/>
              <p:cNvSpPr/>
              <p:nvPr/>
            </p:nvSpPr>
            <p:spPr>
              <a:xfrm>
                <a:off x="4152388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6"/>
              <p:cNvSpPr/>
              <p:nvPr/>
            </p:nvSpPr>
            <p:spPr>
              <a:xfrm>
                <a:off x="4235350" y="4256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6"/>
              <p:cNvSpPr/>
              <p:nvPr/>
            </p:nvSpPr>
            <p:spPr>
              <a:xfrm>
                <a:off x="427797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6"/>
              <p:cNvSpPr/>
              <p:nvPr/>
            </p:nvSpPr>
            <p:spPr>
              <a:xfrm>
                <a:off x="3946225" y="4215244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6"/>
              <p:cNvSpPr/>
              <p:nvPr/>
            </p:nvSpPr>
            <p:spPr>
              <a:xfrm>
                <a:off x="3946225" y="4173556"/>
                <a:ext cx="407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3299" extrusionOk="0">
                    <a:moveTo>
                      <a:pt x="0" y="0"/>
                    </a:moveTo>
                    <a:lnTo>
                      <a:pt x="0" y="3299"/>
                    </a:lnTo>
                    <a:lnTo>
                      <a:pt x="1630" y="3299"/>
                    </a:lnTo>
                    <a:lnTo>
                      <a:pt x="16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6"/>
              <p:cNvSpPr/>
              <p:nvPr/>
            </p:nvSpPr>
            <p:spPr>
              <a:xfrm>
                <a:off x="4069450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6"/>
              <p:cNvSpPr/>
              <p:nvPr/>
            </p:nvSpPr>
            <p:spPr>
              <a:xfrm>
                <a:off x="4027738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6"/>
              <p:cNvSpPr/>
              <p:nvPr/>
            </p:nvSpPr>
            <p:spPr>
              <a:xfrm>
                <a:off x="4111625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6"/>
              <p:cNvSpPr/>
              <p:nvPr/>
            </p:nvSpPr>
            <p:spPr>
              <a:xfrm>
                <a:off x="4194100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6"/>
              <p:cNvSpPr/>
              <p:nvPr/>
            </p:nvSpPr>
            <p:spPr>
              <a:xfrm>
                <a:off x="4152388" y="42932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6"/>
              <p:cNvSpPr/>
              <p:nvPr/>
            </p:nvSpPr>
            <p:spPr>
              <a:xfrm>
                <a:off x="4069450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26"/>
              <p:cNvSpPr/>
              <p:nvPr/>
            </p:nvSpPr>
            <p:spPr>
              <a:xfrm>
                <a:off x="4111625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26"/>
              <p:cNvSpPr/>
              <p:nvPr/>
            </p:nvSpPr>
            <p:spPr>
              <a:xfrm>
                <a:off x="4152388" y="43340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6"/>
              <p:cNvSpPr/>
              <p:nvPr/>
            </p:nvSpPr>
            <p:spPr>
              <a:xfrm>
                <a:off x="3986975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6"/>
              <p:cNvSpPr/>
              <p:nvPr/>
            </p:nvSpPr>
            <p:spPr>
              <a:xfrm>
                <a:off x="4069450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26"/>
              <p:cNvSpPr/>
              <p:nvPr/>
            </p:nvSpPr>
            <p:spPr>
              <a:xfrm>
                <a:off x="4027738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6"/>
              <p:cNvSpPr/>
              <p:nvPr/>
            </p:nvSpPr>
            <p:spPr>
              <a:xfrm>
                <a:off x="4111625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6"/>
              <p:cNvSpPr/>
              <p:nvPr/>
            </p:nvSpPr>
            <p:spPr>
              <a:xfrm>
                <a:off x="4194100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6"/>
              <p:cNvSpPr/>
              <p:nvPr/>
            </p:nvSpPr>
            <p:spPr>
              <a:xfrm>
                <a:off x="4152388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6"/>
              <p:cNvSpPr/>
              <p:nvPr/>
            </p:nvSpPr>
            <p:spPr>
              <a:xfrm>
                <a:off x="4235350" y="421526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6"/>
              <p:cNvSpPr/>
              <p:nvPr/>
            </p:nvSpPr>
            <p:spPr>
              <a:xfrm>
                <a:off x="3986975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6"/>
              <p:cNvSpPr/>
              <p:nvPr/>
            </p:nvSpPr>
            <p:spPr>
              <a:xfrm>
                <a:off x="4069450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6"/>
              <p:cNvSpPr/>
              <p:nvPr/>
            </p:nvSpPr>
            <p:spPr>
              <a:xfrm>
                <a:off x="4027738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6"/>
              <p:cNvSpPr/>
              <p:nvPr/>
            </p:nvSpPr>
            <p:spPr>
              <a:xfrm>
                <a:off x="4111625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6"/>
              <p:cNvSpPr/>
              <p:nvPr/>
            </p:nvSpPr>
            <p:spPr>
              <a:xfrm>
                <a:off x="4194100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6"/>
              <p:cNvSpPr/>
              <p:nvPr/>
            </p:nvSpPr>
            <p:spPr>
              <a:xfrm>
                <a:off x="4152388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6"/>
              <p:cNvSpPr/>
              <p:nvPr/>
            </p:nvSpPr>
            <p:spPr>
              <a:xfrm>
                <a:off x="4235350" y="4173538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6"/>
              <p:cNvSpPr/>
              <p:nvPr/>
            </p:nvSpPr>
            <p:spPr>
              <a:xfrm>
                <a:off x="4027738" y="413181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6"/>
              <p:cNvSpPr/>
              <p:nvPr/>
            </p:nvSpPr>
            <p:spPr>
              <a:xfrm>
                <a:off x="4194100" y="4131813"/>
                <a:ext cx="4172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32" extrusionOk="0">
                    <a:moveTo>
                      <a:pt x="1" y="1"/>
                    </a:moveTo>
                    <a:lnTo>
                      <a:pt x="1" y="1631"/>
                    </a:lnTo>
                    <a:lnTo>
                      <a:pt x="1669" y="1631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1109;p26">
            <a:extLst>
              <a:ext uri="{FF2B5EF4-FFF2-40B4-BE49-F238E27FC236}">
                <a16:creationId xmlns:a16="http://schemas.microsoft.com/office/drawing/2014/main" id="{E767C1C3-4B0C-4197-D992-F5C70A942297}"/>
              </a:ext>
            </a:extLst>
          </p:cNvPr>
          <p:cNvSpPr txBox="1">
            <a:spLocks/>
          </p:cNvSpPr>
          <p:nvPr/>
        </p:nvSpPr>
        <p:spPr>
          <a:xfrm>
            <a:off x="739595" y="2050604"/>
            <a:ext cx="5969857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sine"/>
              <a:buNone/>
              <a:defRPr sz="1600" b="0" i="0" u="none" strike="noStrike" cap="none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9pPr>
          </a:lstStyle>
          <a:p>
            <a:pPr marL="0" indent="0"/>
            <a:r>
              <a:rPr lang="en" dirty="0"/>
              <a:t>Login/Registro + Guardado/Carga en Firestore</a:t>
            </a:r>
          </a:p>
        </p:txBody>
      </p:sp>
      <p:sp>
        <p:nvSpPr>
          <p:cNvPr id="11" name="Google Shape;1110;p26">
            <a:extLst>
              <a:ext uri="{FF2B5EF4-FFF2-40B4-BE49-F238E27FC236}">
                <a16:creationId xmlns:a16="http://schemas.microsoft.com/office/drawing/2014/main" id="{086D4662-C1AA-DABB-0C12-A99C59D57395}"/>
              </a:ext>
            </a:extLst>
          </p:cNvPr>
          <p:cNvSpPr/>
          <p:nvPr/>
        </p:nvSpPr>
        <p:spPr>
          <a:xfrm rot="5395110">
            <a:off x="736750" y="2197304"/>
            <a:ext cx="210900" cy="1161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109;p26">
            <a:extLst>
              <a:ext uri="{FF2B5EF4-FFF2-40B4-BE49-F238E27FC236}">
                <a16:creationId xmlns:a16="http://schemas.microsoft.com/office/drawing/2014/main" id="{5E928D5E-06A4-0D43-482B-C8A748D88A2D}"/>
              </a:ext>
            </a:extLst>
          </p:cNvPr>
          <p:cNvSpPr txBox="1">
            <a:spLocks/>
          </p:cNvSpPr>
          <p:nvPr/>
        </p:nvSpPr>
        <p:spPr>
          <a:xfrm>
            <a:off x="355938" y="2471946"/>
            <a:ext cx="52731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sine"/>
              <a:buNone/>
              <a:defRPr sz="1600" b="0" i="0" u="none" strike="noStrike" cap="none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9pPr>
          </a:lstStyle>
          <a:p>
            <a:pPr marL="0" indent="0"/>
            <a:r>
              <a:rPr lang="en" dirty="0"/>
              <a:t>Menú de Usuario + Panel de Admin</a:t>
            </a:r>
          </a:p>
        </p:txBody>
      </p:sp>
      <p:sp>
        <p:nvSpPr>
          <p:cNvPr id="13" name="Google Shape;1110;p26">
            <a:extLst>
              <a:ext uri="{FF2B5EF4-FFF2-40B4-BE49-F238E27FC236}">
                <a16:creationId xmlns:a16="http://schemas.microsoft.com/office/drawing/2014/main" id="{7E793E5C-66E7-A452-0056-2F83CF986425}"/>
              </a:ext>
            </a:extLst>
          </p:cNvPr>
          <p:cNvSpPr/>
          <p:nvPr/>
        </p:nvSpPr>
        <p:spPr>
          <a:xfrm rot="5395110">
            <a:off x="736750" y="2607071"/>
            <a:ext cx="210900" cy="1161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110;p26">
            <a:extLst>
              <a:ext uri="{FF2B5EF4-FFF2-40B4-BE49-F238E27FC236}">
                <a16:creationId xmlns:a16="http://schemas.microsoft.com/office/drawing/2014/main" id="{E25D81BE-CC03-78C4-12A4-A12E5CCF997E}"/>
              </a:ext>
            </a:extLst>
          </p:cNvPr>
          <p:cNvSpPr/>
          <p:nvPr/>
        </p:nvSpPr>
        <p:spPr>
          <a:xfrm rot="5395110">
            <a:off x="743473" y="3043900"/>
            <a:ext cx="210900" cy="1161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Imagen 16" descr="Diagrama, Dibujo de ingeniería&#10;&#10;El contenido generado por IA puede ser incorrecto.">
            <a:extLst>
              <a:ext uri="{FF2B5EF4-FFF2-40B4-BE49-F238E27FC236}">
                <a16:creationId xmlns:a16="http://schemas.microsoft.com/office/drawing/2014/main" id="{14639EEC-758F-6B47-0322-870B06489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33" y="3323300"/>
            <a:ext cx="2874177" cy="1611493"/>
          </a:xfrm>
          <a:prstGeom prst="rect">
            <a:avLst/>
          </a:prstGeom>
          <a:effectLst>
            <a:softEdge rad="88900"/>
          </a:effectLst>
        </p:spPr>
      </p:pic>
      <p:sp>
        <p:nvSpPr>
          <p:cNvPr id="18" name="Google Shape;1109;p26">
            <a:extLst>
              <a:ext uri="{FF2B5EF4-FFF2-40B4-BE49-F238E27FC236}">
                <a16:creationId xmlns:a16="http://schemas.microsoft.com/office/drawing/2014/main" id="{49FBADEF-DD5D-A793-4649-E83E18CEC80E}"/>
              </a:ext>
            </a:extLst>
          </p:cNvPr>
          <p:cNvSpPr txBox="1">
            <a:spLocks/>
          </p:cNvSpPr>
          <p:nvPr/>
        </p:nvSpPr>
        <p:spPr>
          <a:xfrm>
            <a:off x="831026" y="2890697"/>
            <a:ext cx="5896356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sine"/>
              <a:buNone/>
              <a:defRPr sz="1600" b="0" i="0" u="none" strike="noStrike" cap="none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sine"/>
              <a:buNone/>
              <a:defRPr sz="1800" b="0" i="0" u="none" strike="noStrike" cap="none">
                <a:solidFill>
                  <a:schemeClr val="lt1"/>
                </a:solidFill>
                <a:latin typeface="Cousine"/>
                <a:ea typeface="Cousine"/>
                <a:cs typeface="Cousine"/>
                <a:sym typeface="Cousine"/>
              </a:defRPr>
            </a:lvl9pPr>
          </a:lstStyle>
          <a:p>
            <a:pPr marL="0" indent="0"/>
            <a:r>
              <a:rPr lang="en" dirty="0"/>
              <a:t>HUD con Vida, Minimapa y Botón de Pausa (ESC)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>
          <a:extLst>
            <a:ext uri="{FF2B5EF4-FFF2-40B4-BE49-F238E27FC236}">
              <a16:creationId xmlns:a16="http://schemas.microsoft.com/office/drawing/2014/main" id="{B259D79B-04AF-C543-D5DE-DABEF226B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0" name="Google Shape;1490;p27">
            <a:extLst>
              <a:ext uri="{FF2B5EF4-FFF2-40B4-BE49-F238E27FC236}">
                <a16:creationId xmlns:a16="http://schemas.microsoft.com/office/drawing/2014/main" id="{133800BB-778A-2736-56A5-F5593DC7B5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9316423"/>
              </p:ext>
            </p:extLst>
          </p:nvPr>
        </p:nvGraphicFramePr>
        <p:xfrm>
          <a:off x="720000" y="1767225"/>
          <a:ext cx="7704000" cy="745800"/>
        </p:xfrm>
        <a:graphic>
          <a:graphicData uri="http://schemas.openxmlformats.org/drawingml/2006/table">
            <a:tbl>
              <a:tblPr>
                <a:noFill/>
                <a:tableStyleId>{17B33A9B-2DB9-41E6-A1EB-3C8E325EA398}</a:tableStyleId>
              </a:tblPr>
              <a:tblGrid>
                <a:gridCol w="27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Unity 6</a:t>
                      </a:r>
                      <a:endParaRPr sz="1000" dirty="0">
                        <a:solidFill>
                          <a:schemeClr val="dk2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accent3"/>
                          </a:solid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C#</a:t>
                      </a:r>
                      <a:endParaRPr sz="900" dirty="0">
                        <a:solidFill>
                          <a:schemeClr val="accent3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Tilemap + Rigidbody2D + Animators</a:t>
                      </a:r>
                      <a:endParaRPr sz="1000" dirty="0">
                        <a:solidFill>
                          <a:schemeClr val="dk2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ES" sz="900" dirty="0">
                          <a:solidFill>
                            <a:schemeClr val="accent3"/>
                          </a:solid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Diseño del videojuego, colisiones y animaciones</a:t>
                      </a:r>
                      <a:endParaRPr sz="900" dirty="0">
                        <a:solidFill>
                          <a:schemeClr val="accent3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91" name="Google Shape;1491;p27">
            <a:extLst>
              <a:ext uri="{FF2B5EF4-FFF2-40B4-BE49-F238E27FC236}">
                <a16:creationId xmlns:a16="http://schemas.microsoft.com/office/drawing/2014/main" id="{6EED9F11-3DE5-F39A-59E4-5BB7AD34EC5F}"/>
              </a:ext>
            </a:extLst>
          </p:cNvPr>
          <p:cNvSpPr txBox="1"/>
          <p:nvPr/>
        </p:nvSpPr>
        <p:spPr>
          <a:xfrm>
            <a:off x="671812" y="1168501"/>
            <a:ext cx="77040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En este juego, hemos optado por usar las siguientes tecnologías:</a:t>
            </a:r>
            <a:endParaRPr sz="1200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1495" name="Google Shape;1495;p27">
            <a:extLst>
              <a:ext uri="{FF2B5EF4-FFF2-40B4-BE49-F238E27FC236}">
                <a16:creationId xmlns:a16="http://schemas.microsoft.com/office/drawing/2014/main" id="{3C1D92B1-FBBD-F608-6AB0-A105318C25CD}"/>
              </a:ext>
            </a:extLst>
          </p:cNvPr>
          <p:cNvSpPr/>
          <p:nvPr/>
        </p:nvSpPr>
        <p:spPr>
          <a:xfrm rot="5395110">
            <a:off x="486200" y="1880235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27">
            <a:extLst>
              <a:ext uri="{FF2B5EF4-FFF2-40B4-BE49-F238E27FC236}">
                <a16:creationId xmlns:a16="http://schemas.microsoft.com/office/drawing/2014/main" id="{36D6C0D7-E481-B8CB-FA70-9F015F6880BC}"/>
              </a:ext>
            </a:extLst>
          </p:cNvPr>
          <p:cNvSpPr/>
          <p:nvPr/>
        </p:nvSpPr>
        <p:spPr>
          <a:xfrm>
            <a:off x="7929850" y="1385800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27">
            <a:extLst>
              <a:ext uri="{FF2B5EF4-FFF2-40B4-BE49-F238E27FC236}">
                <a16:creationId xmlns:a16="http://schemas.microsoft.com/office/drawing/2014/main" id="{E2460D1E-D9E4-2906-113E-3A4B0196F4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850" y="587075"/>
            <a:ext cx="770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Stack Tecnológico</a:t>
            </a:r>
            <a:endParaRPr dirty="0"/>
          </a:p>
        </p:txBody>
      </p:sp>
      <p:sp>
        <p:nvSpPr>
          <p:cNvPr id="1498" name="Google Shape;1498;p27">
            <a:extLst>
              <a:ext uri="{FF2B5EF4-FFF2-40B4-BE49-F238E27FC236}">
                <a16:creationId xmlns:a16="http://schemas.microsoft.com/office/drawing/2014/main" id="{0B35F12B-0C70-C519-899E-3BC9D235A6DD}"/>
              </a:ext>
            </a:extLst>
          </p:cNvPr>
          <p:cNvSpPr/>
          <p:nvPr/>
        </p:nvSpPr>
        <p:spPr>
          <a:xfrm>
            <a:off x="8280350" y="4007375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9" name="Google Shape;1499;p27">
            <a:extLst>
              <a:ext uri="{FF2B5EF4-FFF2-40B4-BE49-F238E27FC236}">
                <a16:creationId xmlns:a16="http://schemas.microsoft.com/office/drawing/2014/main" id="{72A0FC1D-D7A3-B44E-E6F0-0D603ACFB1B3}"/>
              </a:ext>
            </a:extLst>
          </p:cNvPr>
          <p:cNvGrpSpPr/>
          <p:nvPr/>
        </p:nvGrpSpPr>
        <p:grpSpPr>
          <a:xfrm>
            <a:off x="8494150" y="250835"/>
            <a:ext cx="436565" cy="381997"/>
            <a:chOff x="8457665" y="893922"/>
            <a:chExt cx="436565" cy="381997"/>
          </a:xfrm>
        </p:grpSpPr>
        <p:grpSp>
          <p:nvGrpSpPr>
            <p:cNvPr id="1500" name="Google Shape;1500;p27">
              <a:extLst>
                <a:ext uri="{FF2B5EF4-FFF2-40B4-BE49-F238E27FC236}">
                  <a16:creationId xmlns:a16="http://schemas.microsoft.com/office/drawing/2014/main" id="{567DF157-CD89-7089-E510-83DFF3499319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01" name="Google Shape;1501;p27">
                <a:extLst>
                  <a:ext uri="{FF2B5EF4-FFF2-40B4-BE49-F238E27FC236}">
                    <a16:creationId xmlns:a16="http://schemas.microsoft.com/office/drawing/2014/main" id="{F9A2E59F-DC96-E0E4-84BC-8035FA53E1CC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7">
                <a:extLst>
                  <a:ext uri="{FF2B5EF4-FFF2-40B4-BE49-F238E27FC236}">
                    <a16:creationId xmlns:a16="http://schemas.microsoft.com/office/drawing/2014/main" id="{E09975D6-EBC8-6272-61D4-A4FEE68747C5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7">
                <a:extLst>
                  <a:ext uri="{FF2B5EF4-FFF2-40B4-BE49-F238E27FC236}">
                    <a16:creationId xmlns:a16="http://schemas.microsoft.com/office/drawing/2014/main" id="{67A98801-AF7A-DEDE-077E-E1313825EC5F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7">
                <a:extLst>
                  <a:ext uri="{FF2B5EF4-FFF2-40B4-BE49-F238E27FC236}">
                    <a16:creationId xmlns:a16="http://schemas.microsoft.com/office/drawing/2014/main" id="{5D273E13-CC9D-FCF3-02E0-3DA33957FA38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27">
                <a:extLst>
                  <a:ext uri="{FF2B5EF4-FFF2-40B4-BE49-F238E27FC236}">
                    <a16:creationId xmlns:a16="http://schemas.microsoft.com/office/drawing/2014/main" id="{768E3AC7-444B-04F3-E6B5-052583FA6B6C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7">
                <a:extLst>
                  <a:ext uri="{FF2B5EF4-FFF2-40B4-BE49-F238E27FC236}">
                    <a16:creationId xmlns:a16="http://schemas.microsoft.com/office/drawing/2014/main" id="{F3CAFA43-BFF7-CFAD-3D5B-456888C890FE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7">
                <a:extLst>
                  <a:ext uri="{FF2B5EF4-FFF2-40B4-BE49-F238E27FC236}">
                    <a16:creationId xmlns:a16="http://schemas.microsoft.com/office/drawing/2014/main" id="{0D71AC81-EDE8-470D-7A44-C086C1D87B4B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7">
                <a:extLst>
                  <a:ext uri="{FF2B5EF4-FFF2-40B4-BE49-F238E27FC236}">
                    <a16:creationId xmlns:a16="http://schemas.microsoft.com/office/drawing/2014/main" id="{0AABE99A-9E77-7F38-D680-7A4F48B6531A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7">
                <a:extLst>
                  <a:ext uri="{FF2B5EF4-FFF2-40B4-BE49-F238E27FC236}">
                    <a16:creationId xmlns:a16="http://schemas.microsoft.com/office/drawing/2014/main" id="{C73E33DC-4442-00E1-EC15-A135B49C7D7C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7">
                <a:extLst>
                  <a:ext uri="{FF2B5EF4-FFF2-40B4-BE49-F238E27FC236}">
                    <a16:creationId xmlns:a16="http://schemas.microsoft.com/office/drawing/2014/main" id="{6D3D7B10-828D-46D4-CFEE-949D8E7BE00F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7">
                <a:extLst>
                  <a:ext uri="{FF2B5EF4-FFF2-40B4-BE49-F238E27FC236}">
                    <a16:creationId xmlns:a16="http://schemas.microsoft.com/office/drawing/2014/main" id="{7425529A-A02F-16F4-268B-9725BBEEB922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7">
                <a:extLst>
                  <a:ext uri="{FF2B5EF4-FFF2-40B4-BE49-F238E27FC236}">
                    <a16:creationId xmlns:a16="http://schemas.microsoft.com/office/drawing/2014/main" id="{FC90AAC0-5E4D-8DDE-2FF9-B721F1FE42F0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7">
                <a:extLst>
                  <a:ext uri="{FF2B5EF4-FFF2-40B4-BE49-F238E27FC236}">
                    <a16:creationId xmlns:a16="http://schemas.microsoft.com/office/drawing/2014/main" id="{73D73A71-F59B-DD03-384C-6AFD9FF6E423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7">
                <a:extLst>
                  <a:ext uri="{FF2B5EF4-FFF2-40B4-BE49-F238E27FC236}">
                    <a16:creationId xmlns:a16="http://schemas.microsoft.com/office/drawing/2014/main" id="{DE0017FB-8D8D-086D-2535-64675C152E48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7">
                <a:extLst>
                  <a:ext uri="{FF2B5EF4-FFF2-40B4-BE49-F238E27FC236}">
                    <a16:creationId xmlns:a16="http://schemas.microsoft.com/office/drawing/2014/main" id="{7846FC17-1878-2643-A31E-FF0E0D555772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7">
                <a:extLst>
                  <a:ext uri="{FF2B5EF4-FFF2-40B4-BE49-F238E27FC236}">
                    <a16:creationId xmlns:a16="http://schemas.microsoft.com/office/drawing/2014/main" id="{9C95D785-686E-3736-C766-ACD6B8154026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7">
                <a:extLst>
                  <a:ext uri="{FF2B5EF4-FFF2-40B4-BE49-F238E27FC236}">
                    <a16:creationId xmlns:a16="http://schemas.microsoft.com/office/drawing/2014/main" id="{A66CEC8A-8477-0178-1992-76985829459B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7">
                <a:extLst>
                  <a:ext uri="{FF2B5EF4-FFF2-40B4-BE49-F238E27FC236}">
                    <a16:creationId xmlns:a16="http://schemas.microsoft.com/office/drawing/2014/main" id="{C9F026A8-EF84-538F-C5A3-FFF8D5076986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7">
                <a:extLst>
                  <a:ext uri="{FF2B5EF4-FFF2-40B4-BE49-F238E27FC236}">
                    <a16:creationId xmlns:a16="http://schemas.microsoft.com/office/drawing/2014/main" id="{6D5A757B-F0B8-41D9-2C00-B4D19BF66A47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7">
                <a:extLst>
                  <a:ext uri="{FF2B5EF4-FFF2-40B4-BE49-F238E27FC236}">
                    <a16:creationId xmlns:a16="http://schemas.microsoft.com/office/drawing/2014/main" id="{B24C0BD7-F762-A977-3634-6014AC6A5CA9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7">
                <a:extLst>
                  <a:ext uri="{FF2B5EF4-FFF2-40B4-BE49-F238E27FC236}">
                    <a16:creationId xmlns:a16="http://schemas.microsoft.com/office/drawing/2014/main" id="{D9AEFB22-D6E9-9E7B-88F6-922BB929FFB1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7">
                <a:extLst>
                  <a:ext uri="{FF2B5EF4-FFF2-40B4-BE49-F238E27FC236}">
                    <a16:creationId xmlns:a16="http://schemas.microsoft.com/office/drawing/2014/main" id="{D7C24F25-B867-CE25-5047-EA05C19EED22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7">
                <a:extLst>
                  <a:ext uri="{FF2B5EF4-FFF2-40B4-BE49-F238E27FC236}">
                    <a16:creationId xmlns:a16="http://schemas.microsoft.com/office/drawing/2014/main" id="{1F92D80E-9AE4-DB22-A60B-238AA74572F8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7">
                <a:extLst>
                  <a:ext uri="{FF2B5EF4-FFF2-40B4-BE49-F238E27FC236}">
                    <a16:creationId xmlns:a16="http://schemas.microsoft.com/office/drawing/2014/main" id="{0F086D32-F46C-F224-2F60-5BD50AAEDDB2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7">
                <a:extLst>
                  <a:ext uri="{FF2B5EF4-FFF2-40B4-BE49-F238E27FC236}">
                    <a16:creationId xmlns:a16="http://schemas.microsoft.com/office/drawing/2014/main" id="{512C51B6-2585-9913-CC38-6BC8B5C4227C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7">
                <a:extLst>
                  <a:ext uri="{FF2B5EF4-FFF2-40B4-BE49-F238E27FC236}">
                    <a16:creationId xmlns:a16="http://schemas.microsoft.com/office/drawing/2014/main" id="{F18F436A-D86D-E2EE-A8FE-3FBFE9F7CC42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7">
                <a:extLst>
                  <a:ext uri="{FF2B5EF4-FFF2-40B4-BE49-F238E27FC236}">
                    <a16:creationId xmlns:a16="http://schemas.microsoft.com/office/drawing/2014/main" id="{6D9A68F6-389B-0259-D446-2439C0704DAE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7">
                <a:extLst>
                  <a:ext uri="{FF2B5EF4-FFF2-40B4-BE49-F238E27FC236}">
                    <a16:creationId xmlns:a16="http://schemas.microsoft.com/office/drawing/2014/main" id="{C3B3C16D-1075-671C-17C7-A907EDEA6D99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7">
                <a:extLst>
                  <a:ext uri="{FF2B5EF4-FFF2-40B4-BE49-F238E27FC236}">
                    <a16:creationId xmlns:a16="http://schemas.microsoft.com/office/drawing/2014/main" id="{BAB0A827-F72F-D453-942E-1C98758F364D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7">
                <a:extLst>
                  <a:ext uri="{FF2B5EF4-FFF2-40B4-BE49-F238E27FC236}">
                    <a16:creationId xmlns:a16="http://schemas.microsoft.com/office/drawing/2014/main" id="{44256106-33C5-7247-EA65-6AAB50BE31F6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7">
                <a:extLst>
                  <a:ext uri="{FF2B5EF4-FFF2-40B4-BE49-F238E27FC236}">
                    <a16:creationId xmlns:a16="http://schemas.microsoft.com/office/drawing/2014/main" id="{1B567689-4A32-A29E-C64C-3B0262D97319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7">
                <a:extLst>
                  <a:ext uri="{FF2B5EF4-FFF2-40B4-BE49-F238E27FC236}">
                    <a16:creationId xmlns:a16="http://schemas.microsoft.com/office/drawing/2014/main" id="{A6D73270-D0AC-A522-AFA0-18C03A10F501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3" name="Google Shape;1533;p27">
              <a:extLst>
                <a:ext uri="{FF2B5EF4-FFF2-40B4-BE49-F238E27FC236}">
                  <a16:creationId xmlns:a16="http://schemas.microsoft.com/office/drawing/2014/main" id="{4F2A8201-93AE-6336-CADE-E1DD6BE054A7}"/>
                </a:ext>
              </a:extLst>
            </p:cNvPr>
            <p:cNvSpPr/>
            <p:nvPr/>
          </p:nvSpPr>
          <p:spPr>
            <a:xfrm>
              <a:off x="8566550" y="1001900"/>
              <a:ext cx="218400" cy="164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4" name="Google Shape;1534;p27">
              <a:extLst>
                <a:ext uri="{FF2B5EF4-FFF2-40B4-BE49-F238E27FC236}">
                  <a16:creationId xmlns:a16="http://schemas.microsoft.com/office/drawing/2014/main" id="{7DCBE36D-5484-32F0-AB27-DAB76F80E1C5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35" name="Google Shape;1535;p27">
                <a:extLst>
                  <a:ext uri="{FF2B5EF4-FFF2-40B4-BE49-F238E27FC236}">
                    <a16:creationId xmlns:a16="http://schemas.microsoft.com/office/drawing/2014/main" id="{946CD293-E3A9-E3BE-DD8A-DACABAFC6C1F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7">
                <a:extLst>
                  <a:ext uri="{FF2B5EF4-FFF2-40B4-BE49-F238E27FC236}">
                    <a16:creationId xmlns:a16="http://schemas.microsoft.com/office/drawing/2014/main" id="{3FE28DAC-BE8C-D4C2-C6EA-912EE634E185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7">
                <a:extLst>
                  <a:ext uri="{FF2B5EF4-FFF2-40B4-BE49-F238E27FC236}">
                    <a16:creationId xmlns:a16="http://schemas.microsoft.com/office/drawing/2014/main" id="{19EAC15B-F5BF-8B69-EC77-93DFEE9C2F56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7">
                <a:extLst>
                  <a:ext uri="{FF2B5EF4-FFF2-40B4-BE49-F238E27FC236}">
                    <a16:creationId xmlns:a16="http://schemas.microsoft.com/office/drawing/2014/main" id="{9013F45A-41BD-133B-34FE-62803AAA248D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7">
                <a:extLst>
                  <a:ext uri="{FF2B5EF4-FFF2-40B4-BE49-F238E27FC236}">
                    <a16:creationId xmlns:a16="http://schemas.microsoft.com/office/drawing/2014/main" id="{94CDC85B-5784-0312-7AA4-3BC2E62B6059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7">
                <a:extLst>
                  <a:ext uri="{FF2B5EF4-FFF2-40B4-BE49-F238E27FC236}">
                    <a16:creationId xmlns:a16="http://schemas.microsoft.com/office/drawing/2014/main" id="{4F64149C-4F0A-4140-BDD3-50DB3BAAE7B1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7">
                <a:extLst>
                  <a:ext uri="{FF2B5EF4-FFF2-40B4-BE49-F238E27FC236}">
                    <a16:creationId xmlns:a16="http://schemas.microsoft.com/office/drawing/2014/main" id="{461C4EAB-DC83-1C0F-763B-96CC0B5CF3DE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7">
                <a:extLst>
                  <a:ext uri="{FF2B5EF4-FFF2-40B4-BE49-F238E27FC236}">
                    <a16:creationId xmlns:a16="http://schemas.microsoft.com/office/drawing/2014/main" id="{7EB93035-9F2B-FC53-E943-F5AB4E55869E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7">
                <a:extLst>
                  <a:ext uri="{FF2B5EF4-FFF2-40B4-BE49-F238E27FC236}">
                    <a16:creationId xmlns:a16="http://schemas.microsoft.com/office/drawing/2014/main" id="{12866F9A-11EB-2F86-E534-242E77B111A0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7">
                <a:extLst>
                  <a:ext uri="{FF2B5EF4-FFF2-40B4-BE49-F238E27FC236}">
                    <a16:creationId xmlns:a16="http://schemas.microsoft.com/office/drawing/2014/main" id="{4F6D2964-653C-F668-5B1A-0458C3BF990A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7">
                <a:extLst>
                  <a:ext uri="{FF2B5EF4-FFF2-40B4-BE49-F238E27FC236}">
                    <a16:creationId xmlns:a16="http://schemas.microsoft.com/office/drawing/2014/main" id="{C697AF03-1CF6-91F1-06E8-73D21296B851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7">
                <a:extLst>
                  <a:ext uri="{FF2B5EF4-FFF2-40B4-BE49-F238E27FC236}">
                    <a16:creationId xmlns:a16="http://schemas.microsoft.com/office/drawing/2014/main" id="{AD2F2FC4-0C06-1985-888A-54BC5EB99C87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7">
                <a:extLst>
                  <a:ext uri="{FF2B5EF4-FFF2-40B4-BE49-F238E27FC236}">
                    <a16:creationId xmlns:a16="http://schemas.microsoft.com/office/drawing/2014/main" id="{CE6A9683-E466-E008-0F16-EF4983D717F1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7">
                <a:extLst>
                  <a:ext uri="{FF2B5EF4-FFF2-40B4-BE49-F238E27FC236}">
                    <a16:creationId xmlns:a16="http://schemas.microsoft.com/office/drawing/2014/main" id="{27273EC0-C0DA-3FC5-0F75-2FEB04C43006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7">
                <a:extLst>
                  <a:ext uri="{FF2B5EF4-FFF2-40B4-BE49-F238E27FC236}">
                    <a16:creationId xmlns:a16="http://schemas.microsoft.com/office/drawing/2014/main" id="{957A1B70-21FC-AD10-A144-E0A4AD1630EA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7">
                <a:extLst>
                  <a:ext uri="{FF2B5EF4-FFF2-40B4-BE49-F238E27FC236}">
                    <a16:creationId xmlns:a16="http://schemas.microsoft.com/office/drawing/2014/main" id="{1F18FD3D-1D06-1B34-A1E1-AA42CB92DDEB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7">
                <a:extLst>
                  <a:ext uri="{FF2B5EF4-FFF2-40B4-BE49-F238E27FC236}">
                    <a16:creationId xmlns:a16="http://schemas.microsoft.com/office/drawing/2014/main" id="{AD3DBFEC-B115-5E84-9F59-5FDC18D64D30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7">
                <a:extLst>
                  <a:ext uri="{FF2B5EF4-FFF2-40B4-BE49-F238E27FC236}">
                    <a16:creationId xmlns:a16="http://schemas.microsoft.com/office/drawing/2014/main" id="{6066165D-0DC3-9D6C-C31A-881F735586B4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7">
                <a:extLst>
                  <a:ext uri="{FF2B5EF4-FFF2-40B4-BE49-F238E27FC236}">
                    <a16:creationId xmlns:a16="http://schemas.microsoft.com/office/drawing/2014/main" id="{07FBA6B2-5BE9-DB45-E2DD-F560436E5CF2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7">
                <a:extLst>
                  <a:ext uri="{FF2B5EF4-FFF2-40B4-BE49-F238E27FC236}">
                    <a16:creationId xmlns:a16="http://schemas.microsoft.com/office/drawing/2014/main" id="{C5389577-C36B-E4BB-2F0D-0C3D61F2ABAA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7">
                <a:extLst>
                  <a:ext uri="{FF2B5EF4-FFF2-40B4-BE49-F238E27FC236}">
                    <a16:creationId xmlns:a16="http://schemas.microsoft.com/office/drawing/2014/main" id="{E2A04153-2D8B-C711-741D-142A82341DB3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7">
                <a:extLst>
                  <a:ext uri="{FF2B5EF4-FFF2-40B4-BE49-F238E27FC236}">
                    <a16:creationId xmlns:a16="http://schemas.microsoft.com/office/drawing/2014/main" id="{D7B6218E-340C-D9AB-E33D-CCF36B0A655C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7">
                <a:extLst>
                  <a:ext uri="{FF2B5EF4-FFF2-40B4-BE49-F238E27FC236}">
                    <a16:creationId xmlns:a16="http://schemas.microsoft.com/office/drawing/2014/main" id="{18D7F9B6-44D6-3382-473D-29D78740932F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7">
                <a:extLst>
                  <a:ext uri="{FF2B5EF4-FFF2-40B4-BE49-F238E27FC236}">
                    <a16:creationId xmlns:a16="http://schemas.microsoft.com/office/drawing/2014/main" id="{629B275D-3567-381C-251F-7C0B139B135B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7">
                <a:extLst>
                  <a:ext uri="{FF2B5EF4-FFF2-40B4-BE49-F238E27FC236}">
                    <a16:creationId xmlns:a16="http://schemas.microsoft.com/office/drawing/2014/main" id="{7885AB21-F9E4-D176-D869-2C984C452914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7">
                <a:extLst>
                  <a:ext uri="{FF2B5EF4-FFF2-40B4-BE49-F238E27FC236}">
                    <a16:creationId xmlns:a16="http://schemas.microsoft.com/office/drawing/2014/main" id="{8D47148C-29CC-4A13-7501-007B33F823EE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7">
                <a:extLst>
                  <a:ext uri="{FF2B5EF4-FFF2-40B4-BE49-F238E27FC236}">
                    <a16:creationId xmlns:a16="http://schemas.microsoft.com/office/drawing/2014/main" id="{F7CF74B2-86BE-E2D6-2FCA-E7CE60B11B20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7">
                <a:extLst>
                  <a:ext uri="{FF2B5EF4-FFF2-40B4-BE49-F238E27FC236}">
                    <a16:creationId xmlns:a16="http://schemas.microsoft.com/office/drawing/2014/main" id="{63338BBD-E12A-0500-88F9-16C2B92FC3D1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7">
                <a:extLst>
                  <a:ext uri="{FF2B5EF4-FFF2-40B4-BE49-F238E27FC236}">
                    <a16:creationId xmlns:a16="http://schemas.microsoft.com/office/drawing/2014/main" id="{36197F3B-5B56-96A6-60A1-D88D679ACDAB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7">
                <a:extLst>
                  <a:ext uri="{FF2B5EF4-FFF2-40B4-BE49-F238E27FC236}">
                    <a16:creationId xmlns:a16="http://schemas.microsoft.com/office/drawing/2014/main" id="{FE6CB743-47D1-406F-BC88-3CFB5509B14B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7">
                <a:extLst>
                  <a:ext uri="{FF2B5EF4-FFF2-40B4-BE49-F238E27FC236}">
                    <a16:creationId xmlns:a16="http://schemas.microsoft.com/office/drawing/2014/main" id="{01D5C2DA-DCCF-221D-9E8E-13441EDBB61B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7">
                <a:extLst>
                  <a:ext uri="{FF2B5EF4-FFF2-40B4-BE49-F238E27FC236}">
                    <a16:creationId xmlns:a16="http://schemas.microsoft.com/office/drawing/2014/main" id="{504388D4-3561-16F2-8B74-C14A56DD9165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D9E0386-DEF6-4163-97C9-9B5A1DDC2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98152"/>
              </p:ext>
            </p:extLst>
          </p:nvPr>
        </p:nvGraphicFramePr>
        <p:xfrm>
          <a:off x="720000" y="2513025"/>
          <a:ext cx="7704000" cy="745800"/>
        </p:xfrm>
        <a:graphic>
          <a:graphicData uri="http://schemas.openxmlformats.org/drawingml/2006/table">
            <a:tbl>
              <a:tblPr>
                <a:noFill/>
                <a:tableStyleId>{17B33A9B-2DB9-41E6-A1EB-3C8E325EA398}</a:tableStyleId>
              </a:tblPr>
              <a:tblGrid>
                <a:gridCol w="2716225">
                  <a:extLst>
                    <a:ext uri="{9D8B030D-6E8A-4147-A177-3AD203B41FA5}">
                      <a16:colId xmlns:a16="http://schemas.microsoft.com/office/drawing/2014/main" val="63473854"/>
                    </a:ext>
                  </a:extLst>
                </a:gridCol>
                <a:gridCol w="4987775">
                  <a:extLst>
                    <a:ext uri="{9D8B030D-6E8A-4147-A177-3AD203B41FA5}">
                      <a16:colId xmlns:a16="http://schemas.microsoft.com/office/drawing/2014/main" val="956084678"/>
                    </a:ext>
                  </a:extLst>
                </a:gridCol>
              </a:tblGrid>
              <a:tr h="37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Firebase Authentication</a:t>
                      </a:r>
                      <a:endParaRPr sz="1000" dirty="0">
                        <a:solidFill>
                          <a:schemeClr val="dk2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accent3"/>
                          </a:solid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REST Identity Toolkit</a:t>
                      </a:r>
                      <a:endParaRPr sz="900" dirty="0">
                        <a:solidFill>
                          <a:schemeClr val="accent3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993580"/>
                  </a:ext>
                </a:extLst>
              </a:tr>
              <a:tr h="37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Firestore (REST)</a:t>
                      </a:r>
                      <a:endParaRPr sz="1000" dirty="0">
                        <a:solidFill>
                          <a:schemeClr val="dk2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ES" sz="900" dirty="0">
                          <a:solidFill>
                            <a:schemeClr val="accent3"/>
                          </a:solid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JSON</a:t>
                      </a:r>
                      <a:endParaRPr sz="900" dirty="0">
                        <a:solidFill>
                          <a:schemeClr val="accent3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563628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8C613B5-DB3C-C84F-B227-C788BCCB1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697318"/>
              </p:ext>
            </p:extLst>
          </p:nvPr>
        </p:nvGraphicFramePr>
        <p:xfrm>
          <a:off x="720000" y="3258825"/>
          <a:ext cx="7704000" cy="372900"/>
        </p:xfrm>
        <a:graphic>
          <a:graphicData uri="http://schemas.openxmlformats.org/drawingml/2006/table">
            <a:tbl>
              <a:tblPr>
                <a:noFill/>
                <a:tableStyleId>{17B33A9B-2DB9-41E6-A1EB-3C8E325EA398}</a:tableStyleId>
              </a:tblPr>
              <a:tblGrid>
                <a:gridCol w="2716225">
                  <a:extLst>
                    <a:ext uri="{9D8B030D-6E8A-4147-A177-3AD203B41FA5}">
                      <a16:colId xmlns:a16="http://schemas.microsoft.com/office/drawing/2014/main" val="63473854"/>
                    </a:ext>
                  </a:extLst>
                </a:gridCol>
                <a:gridCol w="4987775">
                  <a:extLst>
                    <a:ext uri="{9D8B030D-6E8A-4147-A177-3AD203B41FA5}">
                      <a16:colId xmlns:a16="http://schemas.microsoft.com/office/drawing/2014/main" val="956084678"/>
                    </a:ext>
                  </a:extLst>
                </a:gridCol>
              </a:tblGrid>
              <a:tr h="37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Git / GitHub</a:t>
                      </a:r>
                      <a:endParaRPr sz="1000" dirty="0">
                        <a:solidFill>
                          <a:schemeClr val="dk2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accent3"/>
                          </a:solid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Control de versiones</a:t>
                      </a:r>
                      <a:endParaRPr sz="900" dirty="0">
                        <a:solidFill>
                          <a:schemeClr val="accent3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993580"/>
                  </a:ext>
                </a:extLst>
              </a:tr>
            </a:tbl>
          </a:graphicData>
        </a:graphic>
      </p:graphicFrame>
      <p:sp>
        <p:nvSpPr>
          <p:cNvPr id="3" name="Google Shape;1496;p27">
            <a:extLst>
              <a:ext uri="{FF2B5EF4-FFF2-40B4-BE49-F238E27FC236}">
                <a16:creationId xmlns:a16="http://schemas.microsoft.com/office/drawing/2014/main" id="{5E5DFCF1-9E58-9194-7FDA-B626914D7F84}"/>
              </a:ext>
            </a:extLst>
          </p:cNvPr>
          <p:cNvSpPr/>
          <p:nvPr/>
        </p:nvSpPr>
        <p:spPr>
          <a:xfrm>
            <a:off x="7895126" y="513575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2" name="Picture 8" descr="Unity Logo PNG Transparent &amp; SVG Vector - Freebie Supply">
            <a:extLst>
              <a:ext uri="{FF2B5EF4-FFF2-40B4-BE49-F238E27FC236}">
                <a16:creationId xmlns:a16="http://schemas.microsoft.com/office/drawing/2014/main" id="{F6D012FB-9CF4-2016-73AB-BEE652EE3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223" y="3768285"/>
            <a:ext cx="625011" cy="642256"/>
          </a:xfrm>
          <a:prstGeom prst="rect">
            <a:avLst/>
          </a:prstGeom>
          <a:noFill/>
          <a:effectLst>
            <a:outerShdw blurRad="50800" dist="38100" dir="2700000" sx="104000" sy="104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40A3F661-0CAD-63E0-BFA1-50C609741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338" y="3867044"/>
            <a:ext cx="543496" cy="543496"/>
          </a:xfrm>
          <a:prstGeom prst="rect">
            <a:avLst/>
          </a:prstGeom>
          <a:noFill/>
          <a:effectLst>
            <a:outerShdw blurRad="50800" dist="38100" dir="2700000" sx="104000" sy="104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ithub Logo - Free social media icons">
            <a:extLst>
              <a:ext uri="{FF2B5EF4-FFF2-40B4-BE49-F238E27FC236}">
                <a16:creationId xmlns:a16="http://schemas.microsoft.com/office/drawing/2014/main" id="{F8041FE5-C190-A178-B385-2A49FB433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739" y="3789197"/>
            <a:ext cx="600431" cy="600431"/>
          </a:xfrm>
          <a:prstGeom prst="rect">
            <a:avLst/>
          </a:prstGeom>
          <a:noFill/>
          <a:effectLst>
            <a:outerShdw blurRad="50800" dist="38100" dir="2700000" sx="107000" sy="107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15620550-0FA9-AF35-1C7B-53D5AE5AA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904" y="3663897"/>
            <a:ext cx="899114" cy="899114"/>
          </a:xfrm>
          <a:prstGeom prst="rect">
            <a:avLst/>
          </a:prstGeom>
          <a:noFill/>
          <a:effectLst>
            <a:outerShdw blurRad="50800" dist="38100" dir="2700000" sx="104000" sy="104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Firebase icon logo in PNG and vector formats (SVG, AI)">
            <a:extLst>
              <a:ext uri="{FF2B5EF4-FFF2-40B4-BE49-F238E27FC236}">
                <a16:creationId xmlns:a16="http://schemas.microsoft.com/office/drawing/2014/main" id="{A3B600EF-FC42-46C8-BED7-3F3D4613F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788" y="3794612"/>
            <a:ext cx="488180" cy="615928"/>
          </a:xfrm>
          <a:prstGeom prst="rect">
            <a:avLst/>
          </a:prstGeom>
          <a:noFill/>
          <a:effectLst>
            <a:outerShdw blurRad="50800" dist="38100" dir="2700000" sx="108000" sy="108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8491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0" name="Google Shape;1490;p27"/>
          <p:cNvGraphicFramePr/>
          <p:nvPr>
            <p:extLst>
              <p:ext uri="{D42A27DB-BD31-4B8C-83A1-F6EECF244321}">
                <p14:modId xmlns:p14="http://schemas.microsoft.com/office/powerpoint/2010/main" val="1770793318"/>
              </p:ext>
            </p:extLst>
          </p:nvPr>
        </p:nvGraphicFramePr>
        <p:xfrm>
          <a:off x="720000" y="1767225"/>
          <a:ext cx="7704000" cy="745800"/>
        </p:xfrm>
        <a:graphic>
          <a:graphicData uri="http://schemas.openxmlformats.org/drawingml/2006/table">
            <a:tbl>
              <a:tblPr>
                <a:noFill/>
                <a:tableStyleId>{17B33A9B-2DB9-41E6-A1EB-3C8E325EA398}</a:tableStyleId>
              </a:tblPr>
              <a:tblGrid>
                <a:gridCol w="27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Guardado de Partida en la Nube</a:t>
                      </a:r>
                      <a:endParaRPr sz="1000" dirty="0">
                        <a:solidFill>
                          <a:schemeClr val="dk2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accent3"/>
                          </a:solid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Usando Firestore, además de emplear PlayerPrefs para inicio de sesión y preferencias como el token, uid o el volumen.</a:t>
                      </a:r>
                      <a:endParaRPr sz="900" dirty="0">
                        <a:solidFill>
                          <a:schemeClr val="accent3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Flujo completo de UI</a:t>
                      </a:r>
                      <a:endParaRPr sz="1000" dirty="0">
                        <a:solidFill>
                          <a:schemeClr val="dk2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accent3"/>
                          </a:solid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Login – Menú – Juego – Pausa – Guardar - Cargar</a:t>
                      </a:r>
                      <a:endParaRPr sz="900" dirty="0">
                        <a:solidFill>
                          <a:schemeClr val="accent3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91" name="Google Shape;1491;p27"/>
          <p:cNvSpPr txBox="1"/>
          <p:nvPr/>
        </p:nvSpPr>
        <p:spPr>
          <a:xfrm>
            <a:off x="671812" y="1168501"/>
            <a:ext cx="77040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Demostrar programación orientada a objetos sumado a una buena arquitectura en Unity.</a:t>
            </a:r>
            <a:endParaRPr sz="1200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1495" name="Google Shape;1495;p27"/>
          <p:cNvSpPr/>
          <p:nvPr/>
        </p:nvSpPr>
        <p:spPr>
          <a:xfrm rot="5395110">
            <a:off x="210794" y="2020788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27"/>
          <p:cNvSpPr/>
          <p:nvPr/>
        </p:nvSpPr>
        <p:spPr>
          <a:xfrm>
            <a:off x="7929850" y="1385800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27"/>
          <p:cNvSpPr txBox="1">
            <a:spLocks noGrp="1"/>
          </p:cNvSpPr>
          <p:nvPr>
            <p:ph type="title"/>
          </p:nvPr>
        </p:nvSpPr>
        <p:spPr>
          <a:xfrm>
            <a:off x="649850" y="587075"/>
            <a:ext cx="770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Objetivos</a:t>
            </a:r>
            <a:r>
              <a:rPr lang="en" dirty="0"/>
              <a:t> y Alcance</a:t>
            </a:r>
            <a:endParaRPr dirty="0"/>
          </a:p>
        </p:txBody>
      </p:sp>
      <p:sp>
        <p:nvSpPr>
          <p:cNvPr id="1498" name="Google Shape;1498;p27"/>
          <p:cNvSpPr/>
          <p:nvPr/>
        </p:nvSpPr>
        <p:spPr>
          <a:xfrm>
            <a:off x="8280350" y="4007375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9" name="Google Shape;1499;p27"/>
          <p:cNvGrpSpPr/>
          <p:nvPr/>
        </p:nvGrpSpPr>
        <p:grpSpPr>
          <a:xfrm>
            <a:off x="8457665" y="893922"/>
            <a:ext cx="436565" cy="381997"/>
            <a:chOff x="8457665" y="893922"/>
            <a:chExt cx="436565" cy="381997"/>
          </a:xfrm>
        </p:grpSpPr>
        <p:grpSp>
          <p:nvGrpSpPr>
            <p:cNvPr id="1500" name="Google Shape;1500;p27"/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01" name="Google Shape;1501;p27"/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7"/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7"/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7"/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27"/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7"/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7"/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7"/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7"/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7"/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7"/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7"/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7"/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7"/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7"/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7"/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7"/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7"/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7"/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7"/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7"/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7"/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7"/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7"/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7"/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7"/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7"/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7"/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7"/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7"/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7"/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7"/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3" name="Google Shape;1533;p27"/>
            <p:cNvSpPr/>
            <p:nvPr/>
          </p:nvSpPr>
          <p:spPr>
            <a:xfrm>
              <a:off x="8566550" y="1001900"/>
              <a:ext cx="218400" cy="164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4" name="Google Shape;1534;p27"/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35" name="Google Shape;1535;p27"/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7"/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7"/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7"/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7"/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7"/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7"/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7"/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7"/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7"/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7"/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7"/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7"/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7"/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7"/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7"/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7"/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7"/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7"/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7"/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7"/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7"/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7"/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7"/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7"/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7"/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7"/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7"/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7"/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7"/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7"/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7"/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Imagen 2" descr="Un letrero de color negro&#10;&#10;El contenido generado por IA puede ser incorrecto.">
            <a:extLst>
              <a:ext uri="{FF2B5EF4-FFF2-40B4-BE49-F238E27FC236}">
                <a16:creationId xmlns:a16="http://schemas.microsoft.com/office/drawing/2014/main" id="{BCF4CE9D-18CC-6F1A-C607-D18BC3EE2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859" y="3534273"/>
            <a:ext cx="1951636" cy="1093201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5" name="Imagen 4" descr="Un letrero de color negro&#10;&#10;El contenido generado por IA puede ser incorrecto.">
            <a:extLst>
              <a:ext uri="{FF2B5EF4-FFF2-40B4-BE49-F238E27FC236}">
                <a16:creationId xmlns:a16="http://schemas.microsoft.com/office/drawing/2014/main" id="{1B29FCCD-20DD-5758-D70A-017EA3969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300" y="3534274"/>
            <a:ext cx="1966806" cy="1093201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7" name="Imagen 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B9CEB747-CAFD-AE8C-DD24-E4467E8BE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911" y="3534273"/>
            <a:ext cx="1971580" cy="1093201"/>
          </a:xfrm>
          <a:prstGeom prst="rect">
            <a:avLst/>
          </a:prstGeom>
          <a:effectLst>
            <a:softEdge rad="50800"/>
          </a:effectLst>
        </p:spPr>
      </p:pic>
      <p:graphicFrame>
        <p:nvGraphicFramePr>
          <p:cNvPr id="8" name="Google Shape;1490;p27">
            <a:extLst>
              <a:ext uri="{FF2B5EF4-FFF2-40B4-BE49-F238E27FC236}">
                <a16:creationId xmlns:a16="http://schemas.microsoft.com/office/drawing/2014/main" id="{D2781F7B-B7D0-CFE7-4EEA-7B10614762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6811709"/>
              </p:ext>
            </p:extLst>
          </p:nvPr>
        </p:nvGraphicFramePr>
        <p:xfrm>
          <a:off x="720000" y="2517737"/>
          <a:ext cx="7704000" cy="372900"/>
        </p:xfrm>
        <a:graphic>
          <a:graphicData uri="http://schemas.openxmlformats.org/drawingml/2006/table">
            <a:tbl>
              <a:tblPr>
                <a:noFill/>
                <a:tableStyleId>{17B33A9B-2DB9-41E6-A1EB-3C8E325EA398}</a:tableStyleId>
              </a:tblPr>
              <a:tblGrid>
                <a:gridCol w="27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Separación por carpetas</a:t>
                      </a:r>
                      <a:endParaRPr sz="1000" dirty="0">
                        <a:solidFill>
                          <a:schemeClr val="dk2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accent3"/>
                          </a:solid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UI – Juego – Infraestructura (Firebase)</a:t>
                      </a:r>
                      <a:endParaRPr sz="900" dirty="0">
                        <a:solidFill>
                          <a:schemeClr val="accent3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>
          <a:extLst>
            <a:ext uri="{FF2B5EF4-FFF2-40B4-BE49-F238E27FC236}">
              <a16:creationId xmlns:a16="http://schemas.microsoft.com/office/drawing/2014/main" id="{39942231-1F03-5752-9D25-66F31AE01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0" name="Google Shape;1490;p27">
            <a:extLst>
              <a:ext uri="{FF2B5EF4-FFF2-40B4-BE49-F238E27FC236}">
                <a16:creationId xmlns:a16="http://schemas.microsoft.com/office/drawing/2014/main" id="{FF8BC9DA-DEF2-71E4-3DCB-3F7AE065C0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1993213"/>
              </p:ext>
            </p:extLst>
          </p:nvPr>
        </p:nvGraphicFramePr>
        <p:xfrm>
          <a:off x="712739" y="1586468"/>
          <a:ext cx="7704000" cy="745800"/>
        </p:xfrm>
        <a:graphic>
          <a:graphicData uri="http://schemas.openxmlformats.org/drawingml/2006/table">
            <a:tbl>
              <a:tblPr>
                <a:noFill/>
                <a:tableStyleId>{17B33A9B-2DB9-41E6-A1EB-3C8E325EA398}</a:tableStyleId>
              </a:tblPr>
              <a:tblGrid>
                <a:gridCol w="27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Llama a Firebase Auth por REST:</a:t>
                      </a:r>
                      <a:endParaRPr sz="1000" dirty="0">
                        <a:solidFill>
                          <a:schemeClr val="dk2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accent3"/>
                          </a:solid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FirebaseAuthCliente</a:t>
                      </a:r>
                      <a:endParaRPr sz="900" dirty="0">
                        <a:solidFill>
                          <a:schemeClr val="accent3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Firebase devuelve:</a:t>
                      </a:r>
                      <a:endParaRPr sz="1000" dirty="0">
                        <a:solidFill>
                          <a:schemeClr val="dk2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accent3"/>
                          </a:solid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idToken y localId, para guardarlos en PlayerPrefs</a:t>
                      </a:r>
                      <a:endParaRPr sz="900" dirty="0">
                        <a:solidFill>
                          <a:schemeClr val="accent3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91" name="Google Shape;1491;p27">
            <a:extLst>
              <a:ext uri="{FF2B5EF4-FFF2-40B4-BE49-F238E27FC236}">
                <a16:creationId xmlns:a16="http://schemas.microsoft.com/office/drawing/2014/main" id="{103E013C-53CE-093D-6175-7C4618071762}"/>
              </a:ext>
            </a:extLst>
          </p:cNvPr>
          <p:cNvSpPr txBox="1"/>
          <p:nvPr/>
        </p:nvSpPr>
        <p:spPr>
          <a:xfrm>
            <a:off x="671812" y="1168501"/>
            <a:ext cx="77040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Qué hace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GameSaveServicio</a:t>
            </a:r>
            <a:endParaRPr sz="1200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1495" name="Google Shape;1495;p27">
            <a:extLst>
              <a:ext uri="{FF2B5EF4-FFF2-40B4-BE49-F238E27FC236}">
                <a16:creationId xmlns:a16="http://schemas.microsoft.com/office/drawing/2014/main" id="{92ACECEE-41D4-88DF-A583-6D1610449BDB}"/>
              </a:ext>
            </a:extLst>
          </p:cNvPr>
          <p:cNvSpPr/>
          <p:nvPr/>
        </p:nvSpPr>
        <p:spPr>
          <a:xfrm rot="5395110">
            <a:off x="210794" y="2020788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27">
            <a:extLst>
              <a:ext uri="{FF2B5EF4-FFF2-40B4-BE49-F238E27FC236}">
                <a16:creationId xmlns:a16="http://schemas.microsoft.com/office/drawing/2014/main" id="{ADD91467-675A-0297-3454-54607B43B67B}"/>
              </a:ext>
            </a:extLst>
          </p:cNvPr>
          <p:cNvSpPr/>
          <p:nvPr/>
        </p:nvSpPr>
        <p:spPr>
          <a:xfrm>
            <a:off x="7929850" y="1385800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27">
            <a:extLst>
              <a:ext uri="{FF2B5EF4-FFF2-40B4-BE49-F238E27FC236}">
                <a16:creationId xmlns:a16="http://schemas.microsoft.com/office/drawing/2014/main" id="{3D39CC15-D4DF-3AF1-BFFF-C64DD968BA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850" y="587075"/>
            <a:ext cx="770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UI – Guardado – Firestore</a:t>
            </a:r>
            <a:endParaRPr dirty="0"/>
          </a:p>
        </p:txBody>
      </p:sp>
      <p:sp>
        <p:nvSpPr>
          <p:cNvPr id="1498" name="Google Shape;1498;p27">
            <a:extLst>
              <a:ext uri="{FF2B5EF4-FFF2-40B4-BE49-F238E27FC236}">
                <a16:creationId xmlns:a16="http://schemas.microsoft.com/office/drawing/2014/main" id="{74F535C4-4411-F436-B075-6056DD728F72}"/>
              </a:ext>
            </a:extLst>
          </p:cNvPr>
          <p:cNvSpPr/>
          <p:nvPr/>
        </p:nvSpPr>
        <p:spPr>
          <a:xfrm>
            <a:off x="8280350" y="4007375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9" name="Google Shape;1499;p27">
            <a:extLst>
              <a:ext uri="{FF2B5EF4-FFF2-40B4-BE49-F238E27FC236}">
                <a16:creationId xmlns:a16="http://schemas.microsoft.com/office/drawing/2014/main" id="{14464D4D-87DD-F94C-0298-E0DAA3C10545}"/>
              </a:ext>
            </a:extLst>
          </p:cNvPr>
          <p:cNvGrpSpPr/>
          <p:nvPr/>
        </p:nvGrpSpPr>
        <p:grpSpPr>
          <a:xfrm>
            <a:off x="8457665" y="893922"/>
            <a:ext cx="436565" cy="381997"/>
            <a:chOff x="8457665" y="893922"/>
            <a:chExt cx="436565" cy="381997"/>
          </a:xfrm>
        </p:grpSpPr>
        <p:grpSp>
          <p:nvGrpSpPr>
            <p:cNvPr id="1500" name="Google Shape;1500;p27">
              <a:extLst>
                <a:ext uri="{FF2B5EF4-FFF2-40B4-BE49-F238E27FC236}">
                  <a16:creationId xmlns:a16="http://schemas.microsoft.com/office/drawing/2014/main" id="{26A8C986-E550-2BFF-4C1D-E066962A9168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01" name="Google Shape;1501;p27">
                <a:extLst>
                  <a:ext uri="{FF2B5EF4-FFF2-40B4-BE49-F238E27FC236}">
                    <a16:creationId xmlns:a16="http://schemas.microsoft.com/office/drawing/2014/main" id="{8E82811A-CC23-220C-E292-390054F97A9E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7">
                <a:extLst>
                  <a:ext uri="{FF2B5EF4-FFF2-40B4-BE49-F238E27FC236}">
                    <a16:creationId xmlns:a16="http://schemas.microsoft.com/office/drawing/2014/main" id="{0C0E9898-B433-3E79-BB52-17904CB8B8C2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7">
                <a:extLst>
                  <a:ext uri="{FF2B5EF4-FFF2-40B4-BE49-F238E27FC236}">
                    <a16:creationId xmlns:a16="http://schemas.microsoft.com/office/drawing/2014/main" id="{5D68C6F9-776B-331C-B716-1F576FD231E5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7">
                <a:extLst>
                  <a:ext uri="{FF2B5EF4-FFF2-40B4-BE49-F238E27FC236}">
                    <a16:creationId xmlns:a16="http://schemas.microsoft.com/office/drawing/2014/main" id="{1C21B46B-FE88-D1E4-4F77-11BBD0DC2F61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27">
                <a:extLst>
                  <a:ext uri="{FF2B5EF4-FFF2-40B4-BE49-F238E27FC236}">
                    <a16:creationId xmlns:a16="http://schemas.microsoft.com/office/drawing/2014/main" id="{50868AB9-6582-0FD3-8B51-C7E0D4A019A0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7">
                <a:extLst>
                  <a:ext uri="{FF2B5EF4-FFF2-40B4-BE49-F238E27FC236}">
                    <a16:creationId xmlns:a16="http://schemas.microsoft.com/office/drawing/2014/main" id="{C098688A-D744-D4AD-6AEC-9D55A7952A26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7">
                <a:extLst>
                  <a:ext uri="{FF2B5EF4-FFF2-40B4-BE49-F238E27FC236}">
                    <a16:creationId xmlns:a16="http://schemas.microsoft.com/office/drawing/2014/main" id="{FF72BF06-833E-6EC3-A3AC-BE53025BAEFA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7">
                <a:extLst>
                  <a:ext uri="{FF2B5EF4-FFF2-40B4-BE49-F238E27FC236}">
                    <a16:creationId xmlns:a16="http://schemas.microsoft.com/office/drawing/2014/main" id="{7A279A2C-F7B9-B913-4F2F-A952273332A0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7">
                <a:extLst>
                  <a:ext uri="{FF2B5EF4-FFF2-40B4-BE49-F238E27FC236}">
                    <a16:creationId xmlns:a16="http://schemas.microsoft.com/office/drawing/2014/main" id="{49E9B8B4-7127-7E8C-BBAA-35D39B668C0A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7">
                <a:extLst>
                  <a:ext uri="{FF2B5EF4-FFF2-40B4-BE49-F238E27FC236}">
                    <a16:creationId xmlns:a16="http://schemas.microsoft.com/office/drawing/2014/main" id="{A55BC8C9-27A3-6731-22DD-EBB6CD91297C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7">
                <a:extLst>
                  <a:ext uri="{FF2B5EF4-FFF2-40B4-BE49-F238E27FC236}">
                    <a16:creationId xmlns:a16="http://schemas.microsoft.com/office/drawing/2014/main" id="{7B444555-4296-08C7-5807-3F345F3B3039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7">
                <a:extLst>
                  <a:ext uri="{FF2B5EF4-FFF2-40B4-BE49-F238E27FC236}">
                    <a16:creationId xmlns:a16="http://schemas.microsoft.com/office/drawing/2014/main" id="{1EA27EA6-1C76-E79D-A1F5-0734BD8E5C33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7">
                <a:extLst>
                  <a:ext uri="{FF2B5EF4-FFF2-40B4-BE49-F238E27FC236}">
                    <a16:creationId xmlns:a16="http://schemas.microsoft.com/office/drawing/2014/main" id="{B919DA31-982A-D15A-0492-A2672D8C56CF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7">
                <a:extLst>
                  <a:ext uri="{FF2B5EF4-FFF2-40B4-BE49-F238E27FC236}">
                    <a16:creationId xmlns:a16="http://schemas.microsoft.com/office/drawing/2014/main" id="{6130AC18-526E-29C3-48E1-E62901225CD2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7">
                <a:extLst>
                  <a:ext uri="{FF2B5EF4-FFF2-40B4-BE49-F238E27FC236}">
                    <a16:creationId xmlns:a16="http://schemas.microsoft.com/office/drawing/2014/main" id="{D30BE95B-BB17-A663-2067-86081D7DCC5F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7">
                <a:extLst>
                  <a:ext uri="{FF2B5EF4-FFF2-40B4-BE49-F238E27FC236}">
                    <a16:creationId xmlns:a16="http://schemas.microsoft.com/office/drawing/2014/main" id="{EA70F6FD-F0D7-CEF1-7972-976B35C5CBCD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7">
                <a:extLst>
                  <a:ext uri="{FF2B5EF4-FFF2-40B4-BE49-F238E27FC236}">
                    <a16:creationId xmlns:a16="http://schemas.microsoft.com/office/drawing/2014/main" id="{63CF2891-E2F2-0C13-5F3B-5572DCB641DA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7">
                <a:extLst>
                  <a:ext uri="{FF2B5EF4-FFF2-40B4-BE49-F238E27FC236}">
                    <a16:creationId xmlns:a16="http://schemas.microsoft.com/office/drawing/2014/main" id="{FAADECFE-6E3D-D60F-7AE9-132B31774AB5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7">
                <a:extLst>
                  <a:ext uri="{FF2B5EF4-FFF2-40B4-BE49-F238E27FC236}">
                    <a16:creationId xmlns:a16="http://schemas.microsoft.com/office/drawing/2014/main" id="{AA500749-651C-DA65-9937-B9C3A369E721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7">
                <a:extLst>
                  <a:ext uri="{FF2B5EF4-FFF2-40B4-BE49-F238E27FC236}">
                    <a16:creationId xmlns:a16="http://schemas.microsoft.com/office/drawing/2014/main" id="{D29CA8BB-7419-954E-4AE7-4CE44D71D313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7">
                <a:extLst>
                  <a:ext uri="{FF2B5EF4-FFF2-40B4-BE49-F238E27FC236}">
                    <a16:creationId xmlns:a16="http://schemas.microsoft.com/office/drawing/2014/main" id="{9CDE7085-2B99-5053-0B5F-2079EDA02BEF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7">
                <a:extLst>
                  <a:ext uri="{FF2B5EF4-FFF2-40B4-BE49-F238E27FC236}">
                    <a16:creationId xmlns:a16="http://schemas.microsoft.com/office/drawing/2014/main" id="{6E0633B5-FDA0-A94B-E781-F93627DC096B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7">
                <a:extLst>
                  <a:ext uri="{FF2B5EF4-FFF2-40B4-BE49-F238E27FC236}">
                    <a16:creationId xmlns:a16="http://schemas.microsoft.com/office/drawing/2014/main" id="{EC9875F2-702B-1890-C1D2-8B41A92BC3A7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7">
                <a:extLst>
                  <a:ext uri="{FF2B5EF4-FFF2-40B4-BE49-F238E27FC236}">
                    <a16:creationId xmlns:a16="http://schemas.microsoft.com/office/drawing/2014/main" id="{BED4646E-6519-EAD8-FBDD-E97C40A67935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7">
                <a:extLst>
                  <a:ext uri="{FF2B5EF4-FFF2-40B4-BE49-F238E27FC236}">
                    <a16:creationId xmlns:a16="http://schemas.microsoft.com/office/drawing/2014/main" id="{EB5A6A2E-D1CD-7F7E-6DBE-DF29570135A4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7">
                <a:extLst>
                  <a:ext uri="{FF2B5EF4-FFF2-40B4-BE49-F238E27FC236}">
                    <a16:creationId xmlns:a16="http://schemas.microsoft.com/office/drawing/2014/main" id="{7F69057B-50B4-F324-5602-849F18A22486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7">
                <a:extLst>
                  <a:ext uri="{FF2B5EF4-FFF2-40B4-BE49-F238E27FC236}">
                    <a16:creationId xmlns:a16="http://schemas.microsoft.com/office/drawing/2014/main" id="{FE2CD719-C1D4-F9A1-D534-2F2994FC9114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7">
                <a:extLst>
                  <a:ext uri="{FF2B5EF4-FFF2-40B4-BE49-F238E27FC236}">
                    <a16:creationId xmlns:a16="http://schemas.microsoft.com/office/drawing/2014/main" id="{0B9DA4B6-C517-E824-E95F-673945AAD1B4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7">
                <a:extLst>
                  <a:ext uri="{FF2B5EF4-FFF2-40B4-BE49-F238E27FC236}">
                    <a16:creationId xmlns:a16="http://schemas.microsoft.com/office/drawing/2014/main" id="{FA5A3CBD-EF9D-92AA-4EC1-745B3D53DF7D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7">
                <a:extLst>
                  <a:ext uri="{FF2B5EF4-FFF2-40B4-BE49-F238E27FC236}">
                    <a16:creationId xmlns:a16="http://schemas.microsoft.com/office/drawing/2014/main" id="{68C0A1F7-A7C6-4F8A-49A8-A70C5154D493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7">
                <a:extLst>
                  <a:ext uri="{FF2B5EF4-FFF2-40B4-BE49-F238E27FC236}">
                    <a16:creationId xmlns:a16="http://schemas.microsoft.com/office/drawing/2014/main" id="{E6A6FCBB-74B9-C293-0928-7C80F861C6FF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7">
                <a:extLst>
                  <a:ext uri="{FF2B5EF4-FFF2-40B4-BE49-F238E27FC236}">
                    <a16:creationId xmlns:a16="http://schemas.microsoft.com/office/drawing/2014/main" id="{8F31BF07-3280-891C-D597-D7EE8480C11E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3" name="Google Shape;1533;p27">
              <a:extLst>
                <a:ext uri="{FF2B5EF4-FFF2-40B4-BE49-F238E27FC236}">
                  <a16:creationId xmlns:a16="http://schemas.microsoft.com/office/drawing/2014/main" id="{37D57919-6F19-B0A2-75B1-9805CC0152AF}"/>
                </a:ext>
              </a:extLst>
            </p:cNvPr>
            <p:cNvSpPr/>
            <p:nvPr/>
          </p:nvSpPr>
          <p:spPr>
            <a:xfrm>
              <a:off x="8566550" y="1001900"/>
              <a:ext cx="218400" cy="164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4" name="Google Shape;1534;p27">
              <a:extLst>
                <a:ext uri="{FF2B5EF4-FFF2-40B4-BE49-F238E27FC236}">
                  <a16:creationId xmlns:a16="http://schemas.microsoft.com/office/drawing/2014/main" id="{AA91177B-36DF-167C-F548-4D1CA27B23A4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35" name="Google Shape;1535;p27">
                <a:extLst>
                  <a:ext uri="{FF2B5EF4-FFF2-40B4-BE49-F238E27FC236}">
                    <a16:creationId xmlns:a16="http://schemas.microsoft.com/office/drawing/2014/main" id="{0342351D-38CE-5B32-8C6D-37C37D8170E5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7">
                <a:extLst>
                  <a:ext uri="{FF2B5EF4-FFF2-40B4-BE49-F238E27FC236}">
                    <a16:creationId xmlns:a16="http://schemas.microsoft.com/office/drawing/2014/main" id="{FCCE0AB4-3024-B0B8-E7DA-4AD591D0FB3E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7">
                <a:extLst>
                  <a:ext uri="{FF2B5EF4-FFF2-40B4-BE49-F238E27FC236}">
                    <a16:creationId xmlns:a16="http://schemas.microsoft.com/office/drawing/2014/main" id="{A4FF443C-9A83-D578-3B30-20245BD29E33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7">
                <a:extLst>
                  <a:ext uri="{FF2B5EF4-FFF2-40B4-BE49-F238E27FC236}">
                    <a16:creationId xmlns:a16="http://schemas.microsoft.com/office/drawing/2014/main" id="{7C24BFA1-A09A-4C57-0210-217F4783D5E9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7">
                <a:extLst>
                  <a:ext uri="{FF2B5EF4-FFF2-40B4-BE49-F238E27FC236}">
                    <a16:creationId xmlns:a16="http://schemas.microsoft.com/office/drawing/2014/main" id="{B8C1AF04-D2BF-DB83-D8CA-5B6F2A685680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7">
                <a:extLst>
                  <a:ext uri="{FF2B5EF4-FFF2-40B4-BE49-F238E27FC236}">
                    <a16:creationId xmlns:a16="http://schemas.microsoft.com/office/drawing/2014/main" id="{EC309ED0-E5A7-2362-5838-61184E41BE26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7">
                <a:extLst>
                  <a:ext uri="{FF2B5EF4-FFF2-40B4-BE49-F238E27FC236}">
                    <a16:creationId xmlns:a16="http://schemas.microsoft.com/office/drawing/2014/main" id="{F12677F3-2A32-7670-DC9C-3B34BB806126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7">
                <a:extLst>
                  <a:ext uri="{FF2B5EF4-FFF2-40B4-BE49-F238E27FC236}">
                    <a16:creationId xmlns:a16="http://schemas.microsoft.com/office/drawing/2014/main" id="{A7AA194C-3735-7E44-81E9-D76B3543C3CF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7">
                <a:extLst>
                  <a:ext uri="{FF2B5EF4-FFF2-40B4-BE49-F238E27FC236}">
                    <a16:creationId xmlns:a16="http://schemas.microsoft.com/office/drawing/2014/main" id="{04C7F07B-089A-487D-543D-2FBA4927E694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7">
                <a:extLst>
                  <a:ext uri="{FF2B5EF4-FFF2-40B4-BE49-F238E27FC236}">
                    <a16:creationId xmlns:a16="http://schemas.microsoft.com/office/drawing/2014/main" id="{0E9E3809-E2D0-6533-59E9-034263286F6D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7">
                <a:extLst>
                  <a:ext uri="{FF2B5EF4-FFF2-40B4-BE49-F238E27FC236}">
                    <a16:creationId xmlns:a16="http://schemas.microsoft.com/office/drawing/2014/main" id="{42E5B7F4-0DB3-AED9-1C5C-33E3D1C6B860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7">
                <a:extLst>
                  <a:ext uri="{FF2B5EF4-FFF2-40B4-BE49-F238E27FC236}">
                    <a16:creationId xmlns:a16="http://schemas.microsoft.com/office/drawing/2014/main" id="{643D08AE-EC1F-C0E6-C00C-BD0FA9E9250B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7">
                <a:extLst>
                  <a:ext uri="{FF2B5EF4-FFF2-40B4-BE49-F238E27FC236}">
                    <a16:creationId xmlns:a16="http://schemas.microsoft.com/office/drawing/2014/main" id="{EF86EE8E-1B81-5A56-D23A-A8E60AD509C5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7">
                <a:extLst>
                  <a:ext uri="{FF2B5EF4-FFF2-40B4-BE49-F238E27FC236}">
                    <a16:creationId xmlns:a16="http://schemas.microsoft.com/office/drawing/2014/main" id="{F5C61970-23F7-5E8F-A819-473C1BCE3202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7">
                <a:extLst>
                  <a:ext uri="{FF2B5EF4-FFF2-40B4-BE49-F238E27FC236}">
                    <a16:creationId xmlns:a16="http://schemas.microsoft.com/office/drawing/2014/main" id="{007FE9D6-4F6E-D315-1122-F97BE0A3C30D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7">
                <a:extLst>
                  <a:ext uri="{FF2B5EF4-FFF2-40B4-BE49-F238E27FC236}">
                    <a16:creationId xmlns:a16="http://schemas.microsoft.com/office/drawing/2014/main" id="{6122C841-162A-BE53-87C9-2B90A7C2D252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7">
                <a:extLst>
                  <a:ext uri="{FF2B5EF4-FFF2-40B4-BE49-F238E27FC236}">
                    <a16:creationId xmlns:a16="http://schemas.microsoft.com/office/drawing/2014/main" id="{AB11B1B1-4A5C-3DD2-EBA3-CE502AA5BF69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7">
                <a:extLst>
                  <a:ext uri="{FF2B5EF4-FFF2-40B4-BE49-F238E27FC236}">
                    <a16:creationId xmlns:a16="http://schemas.microsoft.com/office/drawing/2014/main" id="{AEAF168A-5D9A-3490-F545-BE895B68D6B0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7">
                <a:extLst>
                  <a:ext uri="{FF2B5EF4-FFF2-40B4-BE49-F238E27FC236}">
                    <a16:creationId xmlns:a16="http://schemas.microsoft.com/office/drawing/2014/main" id="{688C6FB7-C33E-25F5-A2E1-0B541FC03AC2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7">
                <a:extLst>
                  <a:ext uri="{FF2B5EF4-FFF2-40B4-BE49-F238E27FC236}">
                    <a16:creationId xmlns:a16="http://schemas.microsoft.com/office/drawing/2014/main" id="{021983F0-43A9-43C6-6C16-EC704581BDB4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7">
                <a:extLst>
                  <a:ext uri="{FF2B5EF4-FFF2-40B4-BE49-F238E27FC236}">
                    <a16:creationId xmlns:a16="http://schemas.microsoft.com/office/drawing/2014/main" id="{B5F72E92-5297-E1C9-6F93-1DAB829E8B22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7">
                <a:extLst>
                  <a:ext uri="{FF2B5EF4-FFF2-40B4-BE49-F238E27FC236}">
                    <a16:creationId xmlns:a16="http://schemas.microsoft.com/office/drawing/2014/main" id="{CBC9E541-271B-737D-7C5D-A79D7A352CB4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7">
                <a:extLst>
                  <a:ext uri="{FF2B5EF4-FFF2-40B4-BE49-F238E27FC236}">
                    <a16:creationId xmlns:a16="http://schemas.microsoft.com/office/drawing/2014/main" id="{BF20AD75-BCAE-182F-CEB0-72A84BBB2F83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7">
                <a:extLst>
                  <a:ext uri="{FF2B5EF4-FFF2-40B4-BE49-F238E27FC236}">
                    <a16:creationId xmlns:a16="http://schemas.microsoft.com/office/drawing/2014/main" id="{AE578C99-9BA4-1CB8-10FB-A94C83DCAD4A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7">
                <a:extLst>
                  <a:ext uri="{FF2B5EF4-FFF2-40B4-BE49-F238E27FC236}">
                    <a16:creationId xmlns:a16="http://schemas.microsoft.com/office/drawing/2014/main" id="{77D4BF14-AEDE-D519-0513-183CF6336C71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7">
                <a:extLst>
                  <a:ext uri="{FF2B5EF4-FFF2-40B4-BE49-F238E27FC236}">
                    <a16:creationId xmlns:a16="http://schemas.microsoft.com/office/drawing/2014/main" id="{66795F37-A315-6C92-D3FB-B81DD13F0361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7">
                <a:extLst>
                  <a:ext uri="{FF2B5EF4-FFF2-40B4-BE49-F238E27FC236}">
                    <a16:creationId xmlns:a16="http://schemas.microsoft.com/office/drawing/2014/main" id="{BD8B1D7D-3CBC-460F-1EA7-DD195D401B95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7">
                <a:extLst>
                  <a:ext uri="{FF2B5EF4-FFF2-40B4-BE49-F238E27FC236}">
                    <a16:creationId xmlns:a16="http://schemas.microsoft.com/office/drawing/2014/main" id="{635C63CD-FF57-2FA5-68D6-1B809DB87E13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7">
                <a:extLst>
                  <a:ext uri="{FF2B5EF4-FFF2-40B4-BE49-F238E27FC236}">
                    <a16:creationId xmlns:a16="http://schemas.microsoft.com/office/drawing/2014/main" id="{E1DA881F-EC84-C733-8807-D244025E4D43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7">
                <a:extLst>
                  <a:ext uri="{FF2B5EF4-FFF2-40B4-BE49-F238E27FC236}">
                    <a16:creationId xmlns:a16="http://schemas.microsoft.com/office/drawing/2014/main" id="{012DCD20-BE57-53B8-A587-34FCABD7B74C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7">
                <a:extLst>
                  <a:ext uri="{FF2B5EF4-FFF2-40B4-BE49-F238E27FC236}">
                    <a16:creationId xmlns:a16="http://schemas.microsoft.com/office/drawing/2014/main" id="{0C2BDC3C-CF9E-7CE8-8389-9C6FE967B518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7">
                <a:extLst>
                  <a:ext uri="{FF2B5EF4-FFF2-40B4-BE49-F238E27FC236}">
                    <a16:creationId xmlns:a16="http://schemas.microsoft.com/office/drawing/2014/main" id="{3E17B60A-16C3-2CEB-F36F-BE4BC82B2E8B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8" name="Google Shape;1490;p27">
            <a:extLst>
              <a:ext uri="{FF2B5EF4-FFF2-40B4-BE49-F238E27FC236}">
                <a16:creationId xmlns:a16="http://schemas.microsoft.com/office/drawing/2014/main" id="{A8761519-3C06-0C68-1460-78C43407C6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1604420"/>
              </p:ext>
            </p:extLst>
          </p:nvPr>
        </p:nvGraphicFramePr>
        <p:xfrm>
          <a:off x="712739" y="2332268"/>
          <a:ext cx="7704000" cy="372900"/>
        </p:xfrm>
        <a:graphic>
          <a:graphicData uri="http://schemas.openxmlformats.org/drawingml/2006/table">
            <a:tbl>
              <a:tblPr>
                <a:noFill/>
                <a:tableStyleId>{17B33A9B-2DB9-41E6-A1EB-3C8E325EA398}</a:tableStyleId>
              </a:tblPr>
              <a:tblGrid>
                <a:gridCol w="27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Con esto, GameSaveServicio guarda token e id:</a:t>
                      </a:r>
                      <a:endParaRPr sz="1000" dirty="0">
                        <a:solidFill>
                          <a:schemeClr val="dk2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accent3"/>
                          </a:solid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Podremos realizar el autologin, y no pedir las credenciales en cada inicio del juego</a:t>
                      </a:r>
                      <a:endParaRPr sz="900" dirty="0">
                        <a:solidFill>
                          <a:schemeClr val="accent3"/>
                        </a:solidFill>
                        <a:latin typeface="Cousine"/>
                        <a:ea typeface="Cousine"/>
                        <a:cs typeface="Cousine"/>
                        <a:sym typeface="Cousi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491;p27">
            <a:extLst>
              <a:ext uri="{FF2B5EF4-FFF2-40B4-BE49-F238E27FC236}">
                <a16:creationId xmlns:a16="http://schemas.microsoft.com/office/drawing/2014/main" id="{1557FCF7-B903-5044-8E1E-4811D584246F}"/>
              </a:ext>
            </a:extLst>
          </p:cNvPr>
          <p:cNvSpPr txBox="1"/>
          <p:nvPr/>
        </p:nvSpPr>
        <p:spPr>
          <a:xfrm>
            <a:off x="1190231" y="3211118"/>
            <a:ext cx="77040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LoginRegistroUI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–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GameSaveServicio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–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FirebaseAuthCliente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-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MenuPrincipal</a:t>
            </a:r>
            <a:endParaRPr sz="1200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3972052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>
          <a:extLst>
            <a:ext uri="{FF2B5EF4-FFF2-40B4-BE49-F238E27FC236}">
              <a16:creationId xmlns:a16="http://schemas.microsoft.com/office/drawing/2014/main" id="{42FEA0B5-7BA7-B8D9-3220-12399EF73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27">
            <a:extLst>
              <a:ext uri="{FF2B5EF4-FFF2-40B4-BE49-F238E27FC236}">
                <a16:creationId xmlns:a16="http://schemas.microsoft.com/office/drawing/2014/main" id="{D50D4A93-1AFA-A329-D48F-342C75A1A66C}"/>
              </a:ext>
            </a:extLst>
          </p:cNvPr>
          <p:cNvSpPr txBox="1"/>
          <p:nvPr/>
        </p:nvSpPr>
        <p:spPr>
          <a:xfrm>
            <a:off x="1488783" y="1036068"/>
            <a:ext cx="242064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LoginRegistroUI.Start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()</a:t>
            </a:r>
            <a:endParaRPr sz="1200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1495" name="Google Shape;1495;p27">
            <a:extLst>
              <a:ext uri="{FF2B5EF4-FFF2-40B4-BE49-F238E27FC236}">
                <a16:creationId xmlns:a16="http://schemas.microsoft.com/office/drawing/2014/main" id="{D9D90E1F-3431-CB1E-EADD-60CA42464AA0}"/>
              </a:ext>
            </a:extLst>
          </p:cNvPr>
          <p:cNvSpPr/>
          <p:nvPr/>
        </p:nvSpPr>
        <p:spPr>
          <a:xfrm rot="5395110">
            <a:off x="210794" y="2020788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27">
            <a:extLst>
              <a:ext uri="{FF2B5EF4-FFF2-40B4-BE49-F238E27FC236}">
                <a16:creationId xmlns:a16="http://schemas.microsoft.com/office/drawing/2014/main" id="{864BC3AC-FCFB-0F0B-8DFE-44FF90842909}"/>
              </a:ext>
            </a:extLst>
          </p:cNvPr>
          <p:cNvSpPr/>
          <p:nvPr/>
        </p:nvSpPr>
        <p:spPr>
          <a:xfrm>
            <a:off x="7895126" y="513575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27">
            <a:extLst>
              <a:ext uri="{FF2B5EF4-FFF2-40B4-BE49-F238E27FC236}">
                <a16:creationId xmlns:a16="http://schemas.microsoft.com/office/drawing/2014/main" id="{B143E287-103C-D67E-F83C-583CACFA82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850" y="282725"/>
            <a:ext cx="770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Inicio de Sesión</a:t>
            </a:r>
            <a:endParaRPr dirty="0"/>
          </a:p>
        </p:txBody>
      </p:sp>
      <p:sp>
        <p:nvSpPr>
          <p:cNvPr id="1498" name="Google Shape;1498;p27">
            <a:extLst>
              <a:ext uri="{FF2B5EF4-FFF2-40B4-BE49-F238E27FC236}">
                <a16:creationId xmlns:a16="http://schemas.microsoft.com/office/drawing/2014/main" id="{DB0F36C7-DDCD-D597-7C53-F1A171EF5B80}"/>
              </a:ext>
            </a:extLst>
          </p:cNvPr>
          <p:cNvSpPr/>
          <p:nvPr/>
        </p:nvSpPr>
        <p:spPr>
          <a:xfrm>
            <a:off x="8280350" y="4007375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9" name="Google Shape;1499;p27">
            <a:extLst>
              <a:ext uri="{FF2B5EF4-FFF2-40B4-BE49-F238E27FC236}">
                <a16:creationId xmlns:a16="http://schemas.microsoft.com/office/drawing/2014/main" id="{31E92C03-A35F-C651-5067-367DBF1B6CA9}"/>
              </a:ext>
            </a:extLst>
          </p:cNvPr>
          <p:cNvGrpSpPr/>
          <p:nvPr/>
        </p:nvGrpSpPr>
        <p:grpSpPr>
          <a:xfrm>
            <a:off x="8457665" y="893922"/>
            <a:ext cx="436565" cy="381997"/>
            <a:chOff x="8457665" y="893922"/>
            <a:chExt cx="436565" cy="381997"/>
          </a:xfrm>
        </p:grpSpPr>
        <p:grpSp>
          <p:nvGrpSpPr>
            <p:cNvPr id="1500" name="Google Shape;1500;p27">
              <a:extLst>
                <a:ext uri="{FF2B5EF4-FFF2-40B4-BE49-F238E27FC236}">
                  <a16:creationId xmlns:a16="http://schemas.microsoft.com/office/drawing/2014/main" id="{2AB2A79E-7A31-6218-2D37-E2F777C2FD21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01" name="Google Shape;1501;p27">
                <a:extLst>
                  <a:ext uri="{FF2B5EF4-FFF2-40B4-BE49-F238E27FC236}">
                    <a16:creationId xmlns:a16="http://schemas.microsoft.com/office/drawing/2014/main" id="{9E17945F-E090-47BC-B5A1-61E1B1468474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7">
                <a:extLst>
                  <a:ext uri="{FF2B5EF4-FFF2-40B4-BE49-F238E27FC236}">
                    <a16:creationId xmlns:a16="http://schemas.microsoft.com/office/drawing/2014/main" id="{DE26A075-B508-CCAA-0EE5-50F175289D55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7">
                <a:extLst>
                  <a:ext uri="{FF2B5EF4-FFF2-40B4-BE49-F238E27FC236}">
                    <a16:creationId xmlns:a16="http://schemas.microsoft.com/office/drawing/2014/main" id="{672B1DFA-EA27-DAFA-C369-6112C38003AA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7">
                <a:extLst>
                  <a:ext uri="{FF2B5EF4-FFF2-40B4-BE49-F238E27FC236}">
                    <a16:creationId xmlns:a16="http://schemas.microsoft.com/office/drawing/2014/main" id="{0F7FA6B1-EFB9-D85D-88EB-7CFEF21BFD68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27">
                <a:extLst>
                  <a:ext uri="{FF2B5EF4-FFF2-40B4-BE49-F238E27FC236}">
                    <a16:creationId xmlns:a16="http://schemas.microsoft.com/office/drawing/2014/main" id="{1DD23984-EF26-BBA7-709A-631FC371E255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7">
                <a:extLst>
                  <a:ext uri="{FF2B5EF4-FFF2-40B4-BE49-F238E27FC236}">
                    <a16:creationId xmlns:a16="http://schemas.microsoft.com/office/drawing/2014/main" id="{147936AC-9A3D-0EB4-1102-D8A27638424D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7">
                <a:extLst>
                  <a:ext uri="{FF2B5EF4-FFF2-40B4-BE49-F238E27FC236}">
                    <a16:creationId xmlns:a16="http://schemas.microsoft.com/office/drawing/2014/main" id="{8ECE68F7-FE76-B6C5-02B9-18A83AD33F21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7">
                <a:extLst>
                  <a:ext uri="{FF2B5EF4-FFF2-40B4-BE49-F238E27FC236}">
                    <a16:creationId xmlns:a16="http://schemas.microsoft.com/office/drawing/2014/main" id="{8F56114B-851D-9967-F42C-133C5677B409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7">
                <a:extLst>
                  <a:ext uri="{FF2B5EF4-FFF2-40B4-BE49-F238E27FC236}">
                    <a16:creationId xmlns:a16="http://schemas.microsoft.com/office/drawing/2014/main" id="{4D630506-7E85-376F-060D-3EC3FDE57182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7">
                <a:extLst>
                  <a:ext uri="{FF2B5EF4-FFF2-40B4-BE49-F238E27FC236}">
                    <a16:creationId xmlns:a16="http://schemas.microsoft.com/office/drawing/2014/main" id="{F1269AD1-8717-3926-0B7D-DD687AC893D8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7">
                <a:extLst>
                  <a:ext uri="{FF2B5EF4-FFF2-40B4-BE49-F238E27FC236}">
                    <a16:creationId xmlns:a16="http://schemas.microsoft.com/office/drawing/2014/main" id="{6E81892E-D8C4-B9EE-F1BC-09650F60F71F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7">
                <a:extLst>
                  <a:ext uri="{FF2B5EF4-FFF2-40B4-BE49-F238E27FC236}">
                    <a16:creationId xmlns:a16="http://schemas.microsoft.com/office/drawing/2014/main" id="{4EF6BBD3-DC94-1ADC-432E-6A570F43AB5D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7">
                <a:extLst>
                  <a:ext uri="{FF2B5EF4-FFF2-40B4-BE49-F238E27FC236}">
                    <a16:creationId xmlns:a16="http://schemas.microsoft.com/office/drawing/2014/main" id="{95E824D6-49C1-5841-A22E-7CC08C3F8318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7">
                <a:extLst>
                  <a:ext uri="{FF2B5EF4-FFF2-40B4-BE49-F238E27FC236}">
                    <a16:creationId xmlns:a16="http://schemas.microsoft.com/office/drawing/2014/main" id="{F74D825F-5F9C-B598-D1FF-FF40D4213799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7">
                <a:extLst>
                  <a:ext uri="{FF2B5EF4-FFF2-40B4-BE49-F238E27FC236}">
                    <a16:creationId xmlns:a16="http://schemas.microsoft.com/office/drawing/2014/main" id="{8BFCEB2D-CF8B-4AE3-E9D3-47D88355B3C8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7">
                <a:extLst>
                  <a:ext uri="{FF2B5EF4-FFF2-40B4-BE49-F238E27FC236}">
                    <a16:creationId xmlns:a16="http://schemas.microsoft.com/office/drawing/2014/main" id="{E85CEBC1-112C-8102-86B1-27BFF551B5FA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7">
                <a:extLst>
                  <a:ext uri="{FF2B5EF4-FFF2-40B4-BE49-F238E27FC236}">
                    <a16:creationId xmlns:a16="http://schemas.microsoft.com/office/drawing/2014/main" id="{31114238-DBE9-C1B9-D2DA-2EF1C3D8492E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7">
                <a:extLst>
                  <a:ext uri="{FF2B5EF4-FFF2-40B4-BE49-F238E27FC236}">
                    <a16:creationId xmlns:a16="http://schemas.microsoft.com/office/drawing/2014/main" id="{8266EC4C-2716-1945-4E3D-C86DF9B53AC4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7">
                <a:extLst>
                  <a:ext uri="{FF2B5EF4-FFF2-40B4-BE49-F238E27FC236}">
                    <a16:creationId xmlns:a16="http://schemas.microsoft.com/office/drawing/2014/main" id="{9DB84127-3645-23CF-B867-7A5B68A69FC4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7">
                <a:extLst>
                  <a:ext uri="{FF2B5EF4-FFF2-40B4-BE49-F238E27FC236}">
                    <a16:creationId xmlns:a16="http://schemas.microsoft.com/office/drawing/2014/main" id="{6F04D2A8-2298-39E2-43E3-922C6D073705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7">
                <a:extLst>
                  <a:ext uri="{FF2B5EF4-FFF2-40B4-BE49-F238E27FC236}">
                    <a16:creationId xmlns:a16="http://schemas.microsoft.com/office/drawing/2014/main" id="{24A32C5C-8BF6-E753-CFCC-85836AF779AB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7">
                <a:extLst>
                  <a:ext uri="{FF2B5EF4-FFF2-40B4-BE49-F238E27FC236}">
                    <a16:creationId xmlns:a16="http://schemas.microsoft.com/office/drawing/2014/main" id="{E6022F73-E54B-14A4-F31E-1D4CA7288DAD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7">
                <a:extLst>
                  <a:ext uri="{FF2B5EF4-FFF2-40B4-BE49-F238E27FC236}">
                    <a16:creationId xmlns:a16="http://schemas.microsoft.com/office/drawing/2014/main" id="{FA948EA4-82BB-06A9-BA94-97B8D48985F6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7">
                <a:extLst>
                  <a:ext uri="{FF2B5EF4-FFF2-40B4-BE49-F238E27FC236}">
                    <a16:creationId xmlns:a16="http://schemas.microsoft.com/office/drawing/2014/main" id="{F26C070F-749B-DED0-3E37-D5525FBC249C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7">
                <a:extLst>
                  <a:ext uri="{FF2B5EF4-FFF2-40B4-BE49-F238E27FC236}">
                    <a16:creationId xmlns:a16="http://schemas.microsoft.com/office/drawing/2014/main" id="{AD23E161-E9DD-884B-FD53-50BFE3E2EA51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7">
                <a:extLst>
                  <a:ext uri="{FF2B5EF4-FFF2-40B4-BE49-F238E27FC236}">
                    <a16:creationId xmlns:a16="http://schemas.microsoft.com/office/drawing/2014/main" id="{3E9CC2F5-F3B7-10F3-354E-E73A9E1B414D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7">
                <a:extLst>
                  <a:ext uri="{FF2B5EF4-FFF2-40B4-BE49-F238E27FC236}">
                    <a16:creationId xmlns:a16="http://schemas.microsoft.com/office/drawing/2014/main" id="{84A4B4F2-2792-B701-7598-7FC994246C0A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7">
                <a:extLst>
                  <a:ext uri="{FF2B5EF4-FFF2-40B4-BE49-F238E27FC236}">
                    <a16:creationId xmlns:a16="http://schemas.microsoft.com/office/drawing/2014/main" id="{D9A54831-1409-4F3B-33C9-7190D2A0333A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7">
                <a:extLst>
                  <a:ext uri="{FF2B5EF4-FFF2-40B4-BE49-F238E27FC236}">
                    <a16:creationId xmlns:a16="http://schemas.microsoft.com/office/drawing/2014/main" id="{6907392B-00D1-1DCA-8A10-EB5615500F63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7">
                <a:extLst>
                  <a:ext uri="{FF2B5EF4-FFF2-40B4-BE49-F238E27FC236}">
                    <a16:creationId xmlns:a16="http://schemas.microsoft.com/office/drawing/2014/main" id="{29A41D66-1601-B880-3160-AB4DFD5A0CFD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7">
                <a:extLst>
                  <a:ext uri="{FF2B5EF4-FFF2-40B4-BE49-F238E27FC236}">
                    <a16:creationId xmlns:a16="http://schemas.microsoft.com/office/drawing/2014/main" id="{2A8CC049-A385-81E8-1993-ACDF2C000FDC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7">
                <a:extLst>
                  <a:ext uri="{FF2B5EF4-FFF2-40B4-BE49-F238E27FC236}">
                    <a16:creationId xmlns:a16="http://schemas.microsoft.com/office/drawing/2014/main" id="{E4C6937E-8E8B-3DDD-AA0C-F2FBA288359D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3" name="Google Shape;1533;p27">
              <a:extLst>
                <a:ext uri="{FF2B5EF4-FFF2-40B4-BE49-F238E27FC236}">
                  <a16:creationId xmlns:a16="http://schemas.microsoft.com/office/drawing/2014/main" id="{7C1F8ACF-1983-98BB-4CA1-A575798F4020}"/>
                </a:ext>
              </a:extLst>
            </p:cNvPr>
            <p:cNvSpPr/>
            <p:nvPr/>
          </p:nvSpPr>
          <p:spPr>
            <a:xfrm>
              <a:off x="8566550" y="1001900"/>
              <a:ext cx="218400" cy="164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4" name="Google Shape;1534;p27">
              <a:extLst>
                <a:ext uri="{FF2B5EF4-FFF2-40B4-BE49-F238E27FC236}">
                  <a16:creationId xmlns:a16="http://schemas.microsoft.com/office/drawing/2014/main" id="{BFB65BAA-2D85-85EF-9974-CC46A1E17D35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35" name="Google Shape;1535;p27">
                <a:extLst>
                  <a:ext uri="{FF2B5EF4-FFF2-40B4-BE49-F238E27FC236}">
                    <a16:creationId xmlns:a16="http://schemas.microsoft.com/office/drawing/2014/main" id="{0D42650D-401F-BA3A-0E84-64CE2D4617E4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7">
                <a:extLst>
                  <a:ext uri="{FF2B5EF4-FFF2-40B4-BE49-F238E27FC236}">
                    <a16:creationId xmlns:a16="http://schemas.microsoft.com/office/drawing/2014/main" id="{3679DF36-B356-A20F-BA93-826C7ABD64EA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7">
                <a:extLst>
                  <a:ext uri="{FF2B5EF4-FFF2-40B4-BE49-F238E27FC236}">
                    <a16:creationId xmlns:a16="http://schemas.microsoft.com/office/drawing/2014/main" id="{6B402A92-9589-6988-0F13-DEE8C644DF60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7">
                <a:extLst>
                  <a:ext uri="{FF2B5EF4-FFF2-40B4-BE49-F238E27FC236}">
                    <a16:creationId xmlns:a16="http://schemas.microsoft.com/office/drawing/2014/main" id="{5FF0A8A8-1606-2C02-4995-2E1745FF1234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7">
                <a:extLst>
                  <a:ext uri="{FF2B5EF4-FFF2-40B4-BE49-F238E27FC236}">
                    <a16:creationId xmlns:a16="http://schemas.microsoft.com/office/drawing/2014/main" id="{EBD99F11-BF44-5860-390B-5911942E2364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7">
                <a:extLst>
                  <a:ext uri="{FF2B5EF4-FFF2-40B4-BE49-F238E27FC236}">
                    <a16:creationId xmlns:a16="http://schemas.microsoft.com/office/drawing/2014/main" id="{8222D338-B4C0-CA3A-07A9-EDEAE435F6FA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7">
                <a:extLst>
                  <a:ext uri="{FF2B5EF4-FFF2-40B4-BE49-F238E27FC236}">
                    <a16:creationId xmlns:a16="http://schemas.microsoft.com/office/drawing/2014/main" id="{C100AEE8-0EA1-7B49-0683-BB167B0830FB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7">
                <a:extLst>
                  <a:ext uri="{FF2B5EF4-FFF2-40B4-BE49-F238E27FC236}">
                    <a16:creationId xmlns:a16="http://schemas.microsoft.com/office/drawing/2014/main" id="{F6F5A8FE-5759-8259-C9A5-E38ACE1342C3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7">
                <a:extLst>
                  <a:ext uri="{FF2B5EF4-FFF2-40B4-BE49-F238E27FC236}">
                    <a16:creationId xmlns:a16="http://schemas.microsoft.com/office/drawing/2014/main" id="{1A6F0E17-DD33-6837-5D23-48548B62DB6A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7">
                <a:extLst>
                  <a:ext uri="{FF2B5EF4-FFF2-40B4-BE49-F238E27FC236}">
                    <a16:creationId xmlns:a16="http://schemas.microsoft.com/office/drawing/2014/main" id="{4ABCB6D8-FFBF-C51D-A91A-D374B62E874F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7">
                <a:extLst>
                  <a:ext uri="{FF2B5EF4-FFF2-40B4-BE49-F238E27FC236}">
                    <a16:creationId xmlns:a16="http://schemas.microsoft.com/office/drawing/2014/main" id="{AF3CB14A-1DF0-5744-AD0A-32DAA95AF89A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7">
                <a:extLst>
                  <a:ext uri="{FF2B5EF4-FFF2-40B4-BE49-F238E27FC236}">
                    <a16:creationId xmlns:a16="http://schemas.microsoft.com/office/drawing/2014/main" id="{5383E14A-91C7-ED4B-8BE2-40892C3FE525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7">
                <a:extLst>
                  <a:ext uri="{FF2B5EF4-FFF2-40B4-BE49-F238E27FC236}">
                    <a16:creationId xmlns:a16="http://schemas.microsoft.com/office/drawing/2014/main" id="{0FCE9586-74C8-6844-0586-CBD3B51EF310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7">
                <a:extLst>
                  <a:ext uri="{FF2B5EF4-FFF2-40B4-BE49-F238E27FC236}">
                    <a16:creationId xmlns:a16="http://schemas.microsoft.com/office/drawing/2014/main" id="{578590DE-0988-3EEB-F9EA-F9A40F32DC3D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7">
                <a:extLst>
                  <a:ext uri="{FF2B5EF4-FFF2-40B4-BE49-F238E27FC236}">
                    <a16:creationId xmlns:a16="http://schemas.microsoft.com/office/drawing/2014/main" id="{EF7F13D3-7E08-40A9-7DF5-3FD1C93D076E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7">
                <a:extLst>
                  <a:ext uri="{FF2B5EF4-FFF2-40B4-BE49-F238E27FC236}">
                    <a16:creationId xmlns:a16="http://schemas.microsoft.com/office/drawing/2014/main" id="{93CA1F6A-01FF-5015-238D-EDC9C02CE479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7">
                <a:extLst>
                  <a:ext uri="{FF2B5EF4-FFF2-40B4-BE49-F238E27FC236}">
                    <a16:creationId xmlns:a16="http://schemas.microsoft.com/office/drawing/2014/main" id="{96171092-1C04-5E7A-16ED-512A86A0D83F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7">
                <a:extLst>
                  <a:ext uri="{FF2B5EF4-FFF2-40B4-BE49-F238E27FC236}">
                    <a16:creationId xmlns:a16="http://schemas.microsoft.com/office/drawing/2014/main" id="{931EBA26-F6C9-891F-F174-23D4B59067AA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7">
                <a:extLst>
                  <a:ext uri="{FF2B5EF4-FFF2-40B4-BE49-F238E27FC236}">
                    <a16:creationId xmlns:a16="http://schemas.microsoft.com/office/drawing/2014/main" id="{009CAC96-0B70-25A6-2828-E500374417E1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7">
                <a:extLst>
                  <a:ext uri="{FF2B5EF4-FFF2-40B4-BE49-F238E27FC236}">
                    <a16:creationId xmlns:a16="http://schemas.microsoft.com/office/drawing/2014/main" id="{C4679B9F-025B-7706-D986-97E633693550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7">
                <a:extLst>
                  <a:ext uri="{FF2B5EF4-FFF2-40B4-BE49-F238E27FC236}">
                    <a16:creationId xmlns:a16="http://schemas.microsoft.com/office/drawing/2014/main" id="{4061F7EC-1F3D-352C-82E4-DC8951C93C10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7">
                <a:extLst>
                  <a:ext uri="{FF2B5EF4-FFF2-40B4-BE49-F238E27FC236}">
                    <a16:creationId xmlns:a16="http://schemas.microsoft.com/office/drawing/2014/main" id="{0978C2C9-2399-ECFF-E914-C61A59688A2A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7">
                <a:extLst>
                  <a:ext uri="{FF2B5EF4-FFF2-40B4-BE49-F238E27FC236}">
                    <a16:creationId xmlns:a16="http://schemas.microsoft.com/office/drawing/2014/main" id="{25A78D91-3A23-0E98-EAF5-D56600114056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7">
                <a:extLst>
                  <a:ext uri="{FF2B5EF4-FFF2-40B4-BE49-F238E27FC236}">
                    <a16:creationId xmlns:a16="http://schemas.microsoft.com/office/drawing/2014/main" id="{9E1DCDED-C5F4-7EB7-C8FD-5A88072F0B2B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7">
                <a:extLst>
                  <a:ext uri="{FF2B5EF4-FFF2-40B4-BE49-F238E27FC236}">
                    <a16:creationId xmlns:a16="http://schemas.microsoft.com/office/drawing/2014/main" id="{8B2DA8E7-9D5D-1C39-0313-1F292DF348D3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7">
                <a:extLst>
                  <a:ext uri="{FF2B5EF4-FFF2-40B4-BE49-F238E27FC236}">
                    <a16:creationId xmlns:a16="http://schemas.microsoft.com/office/drawing/2014/main" id="{345A03E3-AB5D-5EA5-57CD-5B5B5E16BE55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7">
                <a:extLst>
                  <a:ext uri="{FF2B5EF4-FFF2-40B4-BE49-F238E27FC236}">
                    <a16:creationId xmlns:a16="http://schemas.microsoft.com/office/drawing/2014/main" id="{4749C3DE-3FAD-B871-C652-19D690066016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7">
                <a:extLst>
                  <a:ext uri="{FF2B5EF4-FFF2-40B4-BE49-F238E27FC236}">
                    <a16:creationId xmlns:a16="http://schemas.microsoft.com/office/drawing/2014/main" id="{E95E6754-7D40-EDB0-42F3-36808926BA21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7">
                <a:extLst>
                  <a:ext uri="{FF2B5EF4-FFF2-40B4-BE49-F238E27FC236}">
                    <a16:creationId xmlns:a16="http://schemas.microsoft.com/office/drawing/2014/main" id="{5DE9F00C-7E48-B55A-DD3E-A823BBD3AA1D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7">
                <a:extLst>
                  <a:ext uri="{FF2B5EF4-FFF2-40B4-BE49-F238E27FC236}">
                    <a16:creationId xmlns:a16="http://schemas.microsoft.com/office/drawing/2014/main" id="{ADDB77FF-76E3-C044-6272-EC92FAE2D6C7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7">
                <a:extLst>
                  <a:ext uri="{FF2B5EF4-FFF2-40B4-BE49-F238E27FC236}">
                    <a16:creationId xmlns:a16="http://schemas.microsoft.com/office/drawing/2014/main" id="{6A61CD54-748E-2F14-A0DB-923721AD1387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7">
                <a:extLst>
                  <a:ext uri="{FF2B5EF4-FFF2-40B4-BE49-F238E27FC236}">
                    <a16:creationId xmlns:a16="http://schemas.microsoft.com/office/drawing/2014/main" id="{1E915227-3A84-0DF8-BA97-E9E06AB94D21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42FFF8EA-D072-E932-C986-794377A99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10" y="1461199"/>
            <a:ext cx="3761187" cy="2306325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3606B72B-22A6-8884-7C38-D63B84A3F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354" y="1421739"/>
            <a:ext cx="3228450" cy="3090088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7" name="Google Shape;1491;p27">
            <a:extLst>
              <a:ext uri="{FF2B5EF4-FFF2-40B4-BE49-F238E27FC236}">
                <a16:creationId xmlns:a16="http://schemas.microsoft.com/office/drawing/2014/main" id="{AA3DD126-1759-DEC4-13EF-AD87BAD99E92}"/>
              </a:ext>
            </a:extLst>
          </p:cNvPr>
          <p:cNvSpPr txBox="1"/>
          <p:nvPr/>
        </p:nvSpPr>
        <p:spPr>
          <a:xfrm>
            <a:off x="4956354" y="1027618"/>
            <a:ext cx="3283037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LoginRegistroUI.OnClickAceptar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()</a:t>
            </a:r>
            <a:endParaRPr sz="1200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1019174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>
          <a:extLst>
            <a:ext uri="{FF2B5EF4-FFF2-40B4-BE49-F238E27FC236}">
              <a16:creationId xmlns:a16="http://schemas.microsoft.com/office/drawing/2014/main" id="{05173B29-9CB9-D404-9BB0-3F1B1476C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27">
            <a:extLst>
              <a:ext uri="{FF2B5EF4-FFF2-40B4-BE49-F238E27FC236}">
                <a16:creationId xmlns:a16="http://schemas.microsoft.com/office/drawing/2014/main" id="{4C90E343-18CB-D97C-8BB9-CD33DEDBFC84}"/>
              </a:ext>
            </a:extLst>
          </p:cNvPr>
          <p:cNvSpPr txBox="1"/>
          <p:nvPr/>
        </p:nvSpPr>
        <p:spPr>
          <a:xfrm>
            <a:off x="1755185" y="739328"/>
            <a:ext cx="1179806" cy="38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LoginAsync</a:t>
            </a:r>
            <a:endParaRPr sz="1200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1495" name="Google Shape;1495;p27">
            <a:extLst>
              <a:ext uri="{FF2B5EF4-FFF2-40B4-BE49-F238E27FC236}">
                <a16:creationId xmlns:a16="http://schemas.microsoft.com/office/drawing/2014/main" id="{2876DB01-1998-6B9E-B522-005CF20497FF}"/>
              </a:ext>
            </a:extLst>
          </p:cNvPr>
          <p:cNvSpPr/>
          <p:nvPr/>
        </p:nvSpPr>
        <p:spPr>
          <a:xfrm rot="5395110">
            <a:off x="210794" y="2020788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27">
            <a:extLst>
              <a:ext uri="{FF2B5EF4-FFF2-40B4-BE49-F238E27FC236}">
                <a16:creationId xmlns:a16="http://schemas.microsoft.com/office/drawing/2014/main" id="{2780B1C2-3C64-A9F7-B2DF-607D71B3AEC5}"/>
              </a:ext>
            </a:extLst>
          </p:cNvPr>
          <p:cNvSpPr/>
          <p:nvPr/>
        </p:nvSpPr>
        <p:spPr>
          <a:xfrm>
            <a:off x="7895126" y="513575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27">
            <a:extLst>
              <a:ext uri="{FF2B5EF4-FFF2-40B4-BE49-F238E27FC236}">
                <a16:creationId xmlns:a16="http://schemas.microsoft.com/office/drawing/2014/main" id="{C8ACE2F8-E7E2-F1D3-8344-ACF392F3D4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850" y="282725"/>
            <a:ext cx="770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GameSaveServicio</a:t>
            </a:r>
            <a:endParaRPr dirty="0"/>
          </a:p>
        </p:txBody>
      </p:sp>
      <p:sp>
        <p:nvSpPr>
          <p:cNvPr id="1498" name="Google Shape;1498;p27">
            <a:extLst>
              <a:ext uri="{FF2B5EF4-FFF2-40B4-BE49-F238E27FC236}">
                <a16:creationId xmlns:a16="http://schemas.microsoft.com/office/drawing/2014/main" id="{AA089724-A086-1915-72A1-A09AECAB7DD3}"/>
              </a:ext>
            </a:extLst>
          </p:cNvPr>
          <p:cNvSpPr/>
          <p:nvPr/>
        </p:nvSpPr>
        <p:spPr>
          <a:xfrm>
            <a:off x="8280350" y="4007375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9" name="Google Shape;1499;p27">
            <a:extLst>
              <a:ext uri="{FF2B5EF4-FFF2-40B4-BE49-F238E27FC236}">
                <a16:creationId xmlns:a16="http://schemas.microsoft.com/office/drawing/2014/main" id="{2970C63B-633C-80FD-D795-20F4B6BDA4D9}"/>
              </a:ext>
            </a:extLst>
          </p:cNvPr>
          <p:cNvGrpSpPr/>
          <p:nvPr/>
        </p:nvGrpSpPr>
        <p:grpSpPr>
          <a:xfrm>
            <a:off x="8457665" y="893922"/>
            <a:ext cx="436565" cy="381997"/>
            <a:chOff x="8457665" y="893922"/>
            <a:chExt cx="436565" cy="381997"/>
          </a:xfrm>
        </p:grpSpPr>
        <p:grpSp>
          <p:nvGrpSpPr>
            <p:cNvPr id="1500" name="Google Shape;1500;p27">
              <a:extLst>
                <a:ext uri="{FF2B5EF4-FFF2-40B4-BE49-F238E27FC236}">
                  <a16:creationId xmlns:a16="http://schemas.microsoft.com/office/drawing/2014/main" id="{E4BFFADF-2F4A-B7A4-4404-68FD1A147E89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01" name="Google Shape;1501;p27">
                <a:extLst>
                  <a:ext uri="{FF2B5EF4-FFF2-40B4-BE49-F238E27FC236}">
                    <a16:creationId xmlns:a16="http://schemas.microsoft.com/office/drawing/2014/main" id="{99A14CA6-6F8F-7987-A32F-6D6B0F0E6EB2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7">
                <a:extLst>
                  <a:ext uri="{FF2B5EF4-FFF2-40B4-BE49-F238E27FC236}">
                    <a16:creationId xmlns:a16="http://schemas.microsoft.com/office/drawing/2014/main" id="{4E983068-5650-9204-3D78-A8B62D3DFCFC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7">
                <a:extLst>
                  <a:ext uri="{FF2B5EF4-FFF2-40B4-BE49-F238E27FC236}">
                    <a16:creationId xmlns:a16="http://schemas.microsoft.com/office/drawing/2014/main" id="{8A9FDD48-9913-A7CC-6BEA-CC3DA23468FC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7">
                <a:extLst>
                  <a:ext uri="{FF2B5EF4-FFF2-40B4-BE49-F238E27FC236}">
                    <a16:creationId xmlns:a16="http://schemas.microsoft.com/office/drawing/2014/main" id="{CF9E929C-013B-B159-ACFD-8DEF3B3D9BAE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27">
                <a:extLst>
                  <a:ext uri="{FF2B5EF4-FFF2-40B4-BE49-F238E27FC236}">
                    <a16:creationId xmlns:a16="http://schemas.microsoft.com/office/drawing/2014/main" id="{20456ED6-1E07-4704-30A2-73E2B2815366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7">
                <a:extLst>
                  <a:ext uri="{FF2B5EF4-FFF2-40B4-BE49-F238E27FC236}">
                    <a16:creationId xmlns:a16="http://schemas.microsoft.com/office/drawing/2014/main" id="{82574678-46E2-DD47-B3A7-DB441C09E147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7">
                <a:extLst>
                  <a:ext uri="{FF2B5EF4-FFF2-40B4-BE49-F238E27FC236}">
                    <a16:creationId xmlns:a16="http://schemas.microsoft.com/office/drawing/2014/main" id="{0CBB91EC-311F-CBC4-A292-F3E2EBD9F468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7">
                <a:extLst>
                  <a:ext uri="{FF2B5EF4-FFF2-40B4-BE49-F238E27FC236}">
                    <a16:creationId xmlns:a16="http://schemas.microsoft.com/office/drawing/2014/main" id="{A068B085-213D-8B46-5F3C-77F31B2FF034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7">
                <a:extLst>
                  <a:ext uri="{FF2B5EF4-FFF2-40B4-BE49-F238E27FC236}">
                    <a16:creationId xmlns:a16="http://schemas.microsoft.com/office/drawing/2014/main" id="{B9515AFA-2AC6-3D73-E97D-510A009D0745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7">
                <a:extLst>
                  <a:ext uri="{FF2B5EF4-FFF2-40B4-BE49-F238E27FC236}">
                    <a16:creationId xmlns:a16="http://schemas.microsoft.com/office/drawing/2014/main" id="{30537822-0695-D8DA-BC57-9905207F280A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7">
                <a:extLst>
                  <a:ext uri="{FF2B5EF4-FFF2-40B4-BE49-F238E27FC236}">
                    <a16:creationId xmlns:a16="http://schemas.microsoft.com/office/drawing/2014/main" id="{DE116A85-41A1-8A55-B5A6-EF0226EF0473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7">
                <a:extLst>
                  <a:ext uri="{FF2B5EF4-FFF2-40B4-BE49-F238E27FC236}">
                    <a16:creationId xmlns:a16="http://schemas.microsoft.com/office/drawing/2014/main" id="{E5743C9F-1F8E-58D8-7827-56B7E1E884D2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7">
                <a:extLst>
                  <a:ext uri="{FF2B5EF4-FFF2-40B4-BE49-F238E27FC236}">
                    <a16:creationId xmlns:a16="http://schemas.microsoft.com/office/drawing/2014/main" id="{B9C67805-D694-1E45-C781-80D03097E3C0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7">
                <a:extLst>
                  <a:ext uri="{FF2B5EF4-FFF2-40B4-BE49-F238E27FC236}">
                    <a16:creationId xmlns:a16="http://schemas.microsoft.com/office/drawing/2014/main" id="{A0D0804C-F435-0697-6543-7F505965EED3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7">
                <a:extLst>
                  <a:ext uri="{FF2B5EF4-FFF2-40B4-BE49-F238E27FC236}">
                    <a16:creationId xmlns:a16="http://schemas.microsoft.com/office/drawing/2014/main" id="{6792AE36-4B81-7057-9FFE-0AC5579F985A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7">
                <a:extLst>
                  <a:ext uri="{FF2B5EF4-FFF2-40B4-BE49-F238E27FC236}">
                    <a16:creationId xmlns:a16="http://schemas.microsoft.com/office/drawing/2014/main" id="{293DFC3F-E7A4-5622-912D-B3A3029AC33A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7">
                <a:extLst>
                  <a:ext uri="{FF2B5EF4-FFF2-40B4-BE49-F238E27FC236}">
                    <a16:creationId xmlns:a16="http://schemas.microsoft.com/office/drawing/2014/main" id="{E0526188-1909-181F-B70C-31E9A753987E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7">
                <a:extLst>
                  <a:ext uri="{FF2B5EF4-FFF2-40B4-BE49-F238E27FC236}">
                    <a16:creationId xmlns:a16="http://schemas.microsoft.com/office/drawing/2014/main" id="{1FBD35B9-E5C0-342F-2558-1E68F209D391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7">
                <a:extLst>
                  <a:ext uri="{FF2B5EF4-FFF2-40B4-BE49-F238E27FC236}">
                    <a16:creationId xmlns:a16="http://schemas.microsoft.com/office/drawing/2014/main" id="{E7DA005C-EC65-D0A1-F72F-FB748FA1398C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7">
                <a:extLst>
                  <a:ext uri="{FF2B5EF4-FFF2-40B4-BE49-F238E27FC236}">
                    <a16:creationId xmlns:a16="http://schemas.microsoft.com/office/drawing/2014/main" id="{22F01BF6-2D5E-4640-52CF-B6E0E1F4B6C2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7">
                <a:extLst>
                  <a:ext uri="{FF2B5EF4-FFF2-40B4-BE49-F238E27FC236}">
                    <a16:creationId xmlns:a16="http://schemas.microsoft.com/office/drawing/2014/main" id="{386E8B1A-C444-BD14-7FE6-6E1111EE4F99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7">
                <a:extLst>
                  <a:ext uri="{FF2B5EF4-FFF2-40B4-BE49-F238E27FC236}">
                    <a16:creationId xmlns:a16="http://schemas.microsoft.com/office/drawing/2014/main" id="{E685CB29-A65B-8A93-FAC4-F84985FA6021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7">
                <a:extLst>
                  <a:ext uri="{FF2B5EF4-FFF2-40B4-BE49-F238E27FC236}">
                    <a16:creationId xmlns:a16="http://schemas.microsoft.com/office/drawing/2014/main" id="{0AA1DC73-417C-E3AD-9693-9FE81D3FDF09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7">
                <a:extLst>
                  <a:ext uri="{FF2B5EF4-FFF2-40B4-BE49-F238E27FC236}">
                    <a16:creationId xmlns:a16="http://schemas.microsoft.com/office/drawing/2014/main" id="{AE370B53-B873-E86B-F189-D74D9A6D2A5F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7">
                <a:extLst>
                  <a:ext uri="{FF2B5EF4-FFF2-40B4-BE49-F238E27FC236}">
                    <a16:creationId xmlns:a16="http://schemas.microsoft.com/office/drawing/2014/main" id="{52AD59B0-2161-2029-A7CD-DF1112CEA9ED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7">
                <a:extLst>
                  <a:ext uri="{FF2B5EF4-FFF2-40B4-BE49-F238E27FC236}">
                    <a16:creationId xmlns:a16="http://schemas.microsoft.com/office/drawing/2014/main" id="{A619844A-37F7-076E-FDF5-2C337F42D2EA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7">
                <a:extLst>
                  <a:ext uri="{FF2B5EF4-FFF2-40B4-BE49-F238E27FC236}">
                    <a16:creationId xmlns:a16="http://schemas.microsoft.com/office/drawing/2014/main" id="{42DFF3F1-D31B-66BF-2BA7-786CE802D77F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7">
                <a:extLst>
                  <a:ext uri="{FF2B5EF4-FFF2-40B4-BE49-F238E27FC236}">
                    <a16:creationId xmlns:a16="http://schemas.microsoft.com/office/drawing/2014/main" id="{CE20FFC7-47D1-CD02-2F6E-5647F3F45E82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7">
                <a:extLst>
                  <a:ext uri="{FF2B5EF4-FFF2-40B4-BE49-F238E27FC236}">
                    <a16:creationId xmlns:a16="http://schemas.microsoft.com/office/drawing/2014/main" id="{B85F9CE6-B8D8-606A-1AF6-BDCD8470739D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7">
                <a:extLst>
                  <a:ext uri="{FF2B5EF4-FFF2-40B4-BE49-F238E27FC236}">
                    <a16:creationId xmlns:a16="http://schemas.microsoft.com/office/drawing/2014/main" id="{BD0B088E-787B-B7A8-CC52-9FFF5DD32AC2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7">
                <a:extLst>
                  <a:ext uri="{FF2B5EF4-FFF2-40B4-BE49-F238E27FC236}">
                    <a16:creationId xmlns:a16="http://schemas.microsoft.com/office/drawing/2014/main" id="{3A8DC102-189B-8843-CADA-DFE95F5BE3C9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7">
                <a:extLst>
                  <a:ext uri="{FF2B5EF4-FFF2-40B4-BE49-F238E27FC236}">
                    <a16:creationId xmlns:a16="http://schemas.microsoft.com/office/drawing/2014/main" id="{D1AD017B-E348-94C6-62CB-F338D65558EA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3" name="Google Shape;1533;p27">
              <a:extLst>
                <a:ext uri="{FF2B5EF4-FFF2-40B4-BE49-F238E27FC236}">
                  <a16:creationId xmlns:a16="http://schemas.microsoft.com/office/drawing/2014/main" id="{442A9AE5-ACB9-C783-7E4A-145F81A6687C}"/>
                </a:ext>
              </a:extLst>
            </p:cNvPr>
            <p:cNvSpPr/>
            <p:nvPr/>
          </p:nvSpPr>
          <p:spPr>
            <a:xfrm>
              <a:off x="8566550" y="1001900"/>
              <a:ext cx="218400" cy="164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4" name="Google Shape;1534;p27">
              <a:extLst>
                <a:ext uri="{FF2B5EF4-FFF2-40B4-BE49-F238E27FC236}">
                  <a16:creationId xmlns:a16="http://schemas.microsoft.com/office/drawing/2014/main" id="{D7B9B49D-D675-022B-B58D-737D66552308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35" name="Google Shape;1535;p27">
                <a:extLst>
                  <a:ext uri="{FF2B5EF4-FFF2-40B4-BE49-F238E27FC236}">
                    <a16:creationId xmlns:a16="http://schemas.microsoft.com/office/drawing/2014/main" id="{C8137902-DB4C-6062-45DB-515BF5D3717C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7">
                <a:extLst>
                  <a:ext uri="{FF2B5EF4-FFF2-40B4-BE49-F238E27FC236}">
                    <a16:creationId xmlns:a16="http://schemas.microsoft.com/office/drawing/2014/main" id="{2E4DB9BF-7C5F-50C3-2C39-08FAC396ED25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7">
                <a:extLst>
                  <a:ext uri="{FF2B5EF4-FFF2-40B4-BE49-F238E27FC236}">
                    <a16:creationId xmlns:a16="http://schemas.microsoft.com/office/drawing/2014/main" id="{936FEFF1-568D-34A0-3EA7-560EEB9028C9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7">
                <a:extLst>
                  <a:ext uri="{FF2B5EF4-FFF2-40B4-BE49-F238E27FC236}">
                    <a16:creationId xmlns:a16="http://schemas.microsoft.com/office/drawing/2014/main" id="{2FB42F25-6970-AE89-2711-2A32E012B53B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7">
                <a:extLst>
                  <a:ext uri="{FF2B5EF4-FFF2-40B4-BE49-F238E27FC236}">
                    <a16:creationId xmlns:a16="http://schemas.microsoft.com/office/drawing/2014/main" id="{16D6B4F1-FA4F-B274-C175-33414F8434C5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7">
                <a:extLst>
                  <a:ext uri="{FF2B5EF4-FFF2-40B4-BE49-F238E27FC236}">
                    <a16:creationId xmlns:a16="http://schemas.microsoft.com/office/drawing/2014/main" id="{3D1C3FB3-9F92-EE3F-C93A-C937DEBEAFDD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7">
                <a:extLst>
                  <a:ext uri="{FF2B5EF4-FFF2-40B4-BE49-F238E27FC236}">
                    <a16:creationId xmlns:a16="http://schemas.microsoft.com/office/drawing/2014/main" id="{FF26C24B-D0CA-EAFC-55DE-E87AE7CB861E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7">
                <a:extLst>
                  <a:ext uri="{FF2B5EF4-FFF2-40B4-BE49-F238E27FC236}">
                    <a16:creationId xmlns:a16="http://schemas.microsoft.com/office/drawing/2014/main" id="{A395888C-3CDD-B551-23B9-FB13C0F96D91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7">
                <a:extLst>
                  <a:ext uri="{FF2B5EF4-FFF2-40B4-BE49-F238E27FC236}">
                    <a16:creationId xmlns:a16="http://schemas.microsoft.com/office/drawing/2014/main" id="{4C362CA4-7F6C-620C-274B-6E936322711F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7">
                <a:extLst>
                  <a:ext uri="{FF2B5EF4-FFF2-40B4-BE49-F238E27FC236}">
                    <a16:creationId xmlns:a16="http://schemas.microsoft.com/office/drawing/2014/main" id="{9BD430D3-0672-09AC-54B2-126E65A03525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7">
                <a:extLst>
                  <a:ext uri="{FF2B5EF4-FFF2-40B4-BE49-F238E27FC236}">
                    <a16:creationId xmlns:a16="http://schemas.microsoft.com/office/drawing/2014/main" id="{0D953985-0725-BBEA-5D4C-BC244545B847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7">
                <a:extLst>
                  <a:ext uri="{FF2B5EF4-FFF2-40B4-BE49-F238E27FC236}">
                    <a16:creationId xmlns:a16="http://schemas.microsoft.com/office/drawing/2014/main" id="{41EC81FD-4854-4BCE-0527-3905EF17CFCA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7">
                <a:extLst>
                  <a:ext uri="{FF2B5EF4-FFF2-40B4-BE49-F238E27FC236}">
                    <a16:creationId xmlns:a16="http://schemas.microsoft.com/office/drawing/2014/main" id="{9C427FB8-C9F7-AC2D-EA58-56A1346B1CB7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7">
                <a:extLst>
                  <a:ext uri="{FF2B5EF4-FFF2-40B4-BE49-F238E27FC236}">
                    <a16:creationId xmlns:a16="http://schemas.microsoft.com/office/drawing/2014/main" id="{37E22A70-7C26-BC37-0573-8DACAFF616DE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7">
                <a:extLst>
                  <a:ext uri="{FF2B5EF4-FFF2-40B4-BE49-F238E27FC236}">
                    <a16:creationId xmlns:a16="http://schemas.microsoft.com/office/drawing/2014/main" id="{9DC98CBF-1134-A963-2A10-DB1D69E0300C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7">
                <a:extLst>
                  <a:ext uri="{FF2B5EF4-FFF2-40B4-BE49-F238E27FC236}">
                    <a16:creationId xmlns:a16="http://schemas.microsoft.com/office/drawing/2014/main" id="{F6254DED-B071-5D9F-748E-1FD7862BE8BB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7">
                <a:extLst>
                  <a:ext uri="{FF2B5EF4-FFF2-40B4-BE49-F238E27FC236}">
                    <a16:creationId xmlns:a16="http://schemas.microsoft.com/office/drawing/2014/main" id="{FD2CEDC4-D7D1-33C0-4171-5E5A6F4C8BED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7">
                <a:extLst>
                  <a:ext uri="{FF2B5EF4-FFF2-40B4-BE49-F238E27FC236}">
                    <a16:creationId xmlns:a16="http://schemas.microsoft.com/office/drawing/2014/main" id="{291AC509-A2B8-0481-6617-F196BE5D84DA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7">
                <a:extLst>
                  <a:ext uri="{FF2B5EF4-FFF2-40B4-BE49-F238E27FC236}">
                    <a16:creationId xmlns:a16="http://schemas.microsoft.com/office/drawing/2014/main" id="{EFAAD715-30B5-F52D-AB91-79929C4B3F32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7">
                <a:extLst>
                  <a:ext uri="{FF2B5EF4-FFF2-40B4-BE49-F238E27FC236}">
                    <a16:creationId xmlns:a16="http://schemas.microsoft.com/office/drawing/2014/main" id="{B8581B9E-CAD0-877B-F2D2-6321D6B4F19D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7">
                <a:extLst>
                  <a:ext uri="{FF2B5EF4-FFF2-40B4-BE49-F238E27FC236}">
                    <a16:creationId xmlns:a16="http://schemas.microsoft.com/office/drawing/2014/main" id="{3B78361E-0FD6-CA22-89EA-635F9E225064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7">
                <a:extLst>
                  <a:ext uri="{FF2B5EF4-FFF2-40B4-BE49-F238E27FC236}">
                    <a16:creationId xmlns:a16="http://schemas.microsoft.com/office/drawing/2014/main" id="{1281B75B-F8E2-B695-7010-9B43A9176EC2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7">
                <a:extLst>
                  <a:ext uri="{FF2B5EF4-FFF2-40B4-BE49-F238E27FC236}">
                    <a16:creationId xmlns:a16="http://schemas.microsoft.com/office/drawing/2014/main" id="{A4981A94-903B-A5E2-219C-F71E9466360D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7">
                <a:extLst>
                  <a:ext uri="{FF2B5EF4-FFF2-40B4-BE49-F238E27FC236}">
                    <a16:creationId xmlns:a16="http://schemas.microsoft.com/office/drawing/2014/main" id="{B75BABFC-0331-21F5-A4DD-67322FFAD3F2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7">
                <a:extLst>
                  <a:ext uri="{FF2B5EF4-FFF2-40B4-BE49-F238E27FC236}">
                    <a16:creationId xmlns:a16="http://schemas.microsoft.com/office/drawing/2014/main" id="{7F8C50B6-4B9C-F0BC-734D-14C603BA81A0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7">
                <a:extLst>
                  <a:ext uri="{FF2B5EF4-FFF2-40B4-BE49-F238E27FC236}">
                    <a16:creationId xmlns:a16="http://schemas.microsoft.com/office/drawing/2014/main" id="{7AA75E92-C477-8C2D-1100-91F9028F48A1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7">
                <a:extLst>
                  <a:ext uri="{FF2B5EF4-FFF2-40B4-BE49-F238E27FC236}">
                    <a16:creationId xmlns:a16="http://schemas.microsoft.com/office/drawing/2014/main" id="{6A4AEF88-3DB7-CF85-141E-9FF0DA1C5BEE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7">
                <a:extLst>
                  <a:ext uri="{FF2B5EF4-FFF2-40B4-BE49-F238E27FC236}">
                    <a16:creationId xmlns:a16="http://schemas.microsoft.com/office/drawing/2014/main" id="{76A0EF7B-A23A-C946-CD8C-5363848D6113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7">
                <a:extLst>
                  <a:ext uri="{FF2B5EF4-FFF2-40B4-BE49-F238E27FC236}">
                    <a16:creationId xmlns:a16="http://schemas.microsoft.com/office/drawing/2014/main" id="{D580DBE7-AA75-BC14-CFCF-CF667FB61E16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7">
                <a:extLst>
                  <a:ext uri="{FF2B5EF4-FFF2-40B4-BE49-F238E27FC236}">
                    <a16:creationId xmlns:a16="http://schemas.microsoft.com/office/drawing/2014/main" id="{BFF3774D-2408-2901-5930-288141BE9751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7">
                <a:extLst>
                  <a:ext uri="{FF2B5EF4-FFF2-40B4-BE49-F238E27FC236}">
                    <a16:creationId xmlns:a16="http://schemas.microsoft.com/office/drawing/2014/main" id="{EBFC8F1B-134E-759D-B11C-85E155B0758B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7">
                <a:extLst>
                  <a:ext uri="{FF2B5EF4-FFF2-40B4-BE49-F238E27FC236}">
                    <a16:creationId xmlns:a16="http://schemas.microsoft.com/office/drawing/2014/main" id="{A4D761FB-909E-B85B-2D5E-E290BC971D6A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98043B06-5BF5-6D14-15F7-F7D1F9CAB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99" y="1088509"/>
            <a:ext cx="3763178" cy="1450475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5" name="Google Shape;1491;p27">
            <a:extLst>
              <a:ext uri="{FF2B5EF4-FFF2-40B4-BE49-F238E27FC236}">
                <a16:creationId xmlns:a16="http://schemas.microsoft.com/office/drawing/2014/main" id="{EC5E8807-36F3-2553-D75F-3639FF896552}"/>
              </a:ext>
            </a:extLst>
          </p:cNvPr>
          <p:cNvSpPr txBox="1"/>
          <p:nvPr/>
        </p:nvSpPr>
        <p:spPr>
          <a:xfrm>
            <a:off x="413474" y="2528455"/>
            <a:ext cx="4309047" cy="173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Llama al cliente REST: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FirebaseAuthCliente</a:t>
            </a: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Recibe el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idToken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y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localId</a:t>
            </a: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Guarda la sesión en memoria: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Uid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,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IdToken</a:t>
            </a: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En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PlayerPrefs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: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DF_Uid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,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DF_IdToken</a:t>
            </a:r>
            <a:endParaRPr sz="1200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11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5B53944A-99A9-CB52-B7F1-6D6767586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850" y="2624825"/>
            <a:ext cx="4023424" cy="1542881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2" name="Google Shape;1491;p27">
            <a:extLst>
              <a:ext uri="{FF2B5EF4-FFF2-40B4-BE49-F238E27FC236}">
                <a16:creationId xmlns:a16="http://schemas.microsoft.com/office/drawing/2014/main" id="{5E12B46C-5391-0A89-33A5-A2F877B159D6}"/>
              </a:ext>
            </a:extLst>
          </p:cNvPr>
          <p:cNvSpPr txBox="1"/>
          <p:nvPr/>
        </p:nvSpPr>
        <p:spPr>
          <a:xfrm>
            <a:off x="5494076" y="2277576"/>
            <a:ext cx="2259642" cy="38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GuardarSesionLocal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()</a:t>
            </a:r>
            <a:endParaRPr sz="1200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1755317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>
          <a:extLst>
            <a:ext uri="{FF2B5EF4-FFF2-40B4-BE49-F238E27FC236}">
              <a16:creationId xmlns:a16="http://schemas.microsoft.com/office/drawing/2014/main" id="{31A9E3DF-FA43-8371-14DE-CBE26C928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27">
            <a:extLst>
              <a:ext uri="{FF2B5EF4-FFF2-40B4-BE49-F238E27FC236}">
                <a16:creationId xmlns:a16="http://schemas.microsoft.com/office/drawing/2014/main" id="{4B3D6486-20D0-4845-94C9-353E4F65A60D}"/>
              </a:ext>
            </a:extLst>
          </p:cNvPr>
          <p:cNvSpPr txBox="1"/>
          <p:nvPr/>
        </p:nvSpPr>
        <p:spPr>
          <a:xfrm>
            <a:off x="1755184" y="739328"/>
            <a:ext cx="6139941" cy="31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LoginAsync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–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FirebaseAuthCliente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– URL de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Identity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Toolkit</a:t>
            </a:r>
            <a:endParaRPr sz="1200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1495" name="Google Shape;1495;p27">
            <a:extLst>
              <a:ext uri="{FF2B5EF4-FFF2-40B4-BE49-F238E27FC236}">
                <a16:creationId xmlns:a16="http://schemas.microsoft.com/office/drawing/2014/main" id="{5FEB9540-9809-8690-1373-50F4558C12CC}"/>
              </a:ext>
            </a:extLst>
          </p:cNvPr>
          <p:cNvSpPr/>
          <p:nvPr/>
        </p:nvSpPr>
        <p:spPr>
          <a:xfrm rot="5395110">
            <a:off x="210794" y="2020788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27">
            <a:extLst>
              <a:ext uri="{FF2B5EF4-FFF2-40B4-BE49-F238E27FC236}">
                <a16:creationId xmlns:a16="http://schemas.microsoft.com/office/drawing/2014/main" id="{6BAB650D-8E52-233A-0472-387652376C88}"/>
              </a:ext>
            </a:extLst>
          </p:cNvPr>
          <p:cNvSpPr/>
          <p:nvPr/>
        </p:nvSpPr>
        <p:spPr>
          <a:xfrm>
            <a:off x="7895126" y="513575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27">
            <a:extLst>
              <a:ext uri="{FF2B5EF4-FFF2-40B4-BE49-F238E27FC236}">
                <a16:creationId xmlns:a16="http://schemas.microsoft.com/office/drawing/2014/main" id="{E16D3F4E-8BEC-D04F-6E99-E3DA2FC16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850" y="282725"/>
            <a:ext cx="770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REST Identity Toolkit (Firebase Auth)</a:t>
            </a:r>
            <a:endParaRPr sz="1800" dirty="0"/>
          </a:p>
        </p:txBody>
      </p:sp>
      <p:sp>
        <p:nvSpPr>
          <p:cNvPr id="1498" name="Google Shape;1498;p27">
            <a:extLst>
              <a:ext uri="{FF2B5EF4-FFF2-40B4-BE49-F238E27FC236}">
                <a16:creationId xmlns:a16="http://schemas.microsoft.com/office/drawing/2014/main" id="{7DF15DBF-1392-45B1-251B-DC2F98687449}"/>
              </a:ext>
            </a:extLst>
          </p:cNvPr>
          <p:cNvSpPr/>
          <p:nvPr/>
        </p:nvSpPr>
        <p:spPr>
          <a:xfrm>
            <a:off x="8280350" y="4007375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9" name="Google Shape;1499;p27">
            <a:extLst>
              <a:ext uri="{FF2B5EF4-FFF2-40B4-BE49-F238E27FC236}">
                <a16:creationId xmlns:a16="http://schemas.microsoft.com/office/drawing/2014/main" id="{CB228664-F1F0-4F44-6D2D-292D38BD9B78}"/>
              </a:ext>
            </a:extLst>
          </p:cNvPr>
          <p:cNvGrpSpPr/>
          <p:nvPr/>
        </p:nvGrpSpPr>
        <p:grpSpPr>
          <a:xfrm>
            <a:off x="8457665" y="893922"/>
            <a:ext cx="436565" cy="381997"/>
            <a:chOff x="8457665" y="893922"/>
            <a:chExt cx="436565" cy="381997"/>
          </a:xfrm>
        </p:grpSpPr>
        <p:grpSp>
          <p:nvGrpSpPr>
            <p:cNvPr id="1500" name="Google Shape;1500;p27">
              <a:extLst>
                <a:ext uri="{FF2B5EF4-FFF2-40B4-BE49-F238E27FC236}">
                  <a16:creationId xmlns:a16="http://schemas.microsoft.com/office/drawing/2014/main" id="{4F26E173-E272-EE86-4422-9EAD2976A7A0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01" name="Google Shape;1501;p27">
                <a:extLst>
                  <a:ext uri="{FF2B5EF4-FFF2-40B4-BE49-F238E27FC236}">
                    <a16:creationId xmlns:a16="http://schemas.microsoft.com/office/drawing/2014/main" id="{D6B4D5C1-B775-9F07-7734-DED125ED1602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7">
                <a:extLst>
                  <a:ext uri="{FF2B5EF4-FFF2-40B4-BE49-F238E27FC236}">
                    <a16:creationId xmlns:a16="http://schemas.microsoft.com/office/drawing/2014/main" id="{5783C1CF-95D5-732E-1FD2-1E244A679214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7">
                <a:extLst>
                  <a:ext uri="{FF2B5EF4-FFF2-40B4-BE49-F238E27FC236}">
                    <a16:creationId xmlns:a16="http://schemas.microsoft.com/office/drawing/2014/main" id="{B5521B46-85C8-4FEE-7B2F-AEBED3ADC150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7">
                <a:extLst>
                  <a:ext uri="{FF2B5EF4-FFF2-40B4-BE49-F238E27FC236}">
                    <a16:creationId xmlns:a16="http://schemas.microsoft.com/office/drawing/2014/main" id="{BCB17CD2-D195-7597-29E9-9EC57EE262E4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27">
                <a:extLst>
                  <a:ext uri="{FF2B5EF4-FFF2-40B4-BE49-F238E27FC236}">
                    <a16:creationId xmlns:a16="http://schemas.microsoft.com/office/drawing/2014/main" id="{C41E3272-EE21-8BE9-F338-FB45A793C071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7">
                <a:extLst>
                  <a:ext uri="{FF2B5EF4-FFF2-40B4-BE49-F238E27FC236}">
                    <a16:creationId xmlns:a16="http://schemas.microsoft.com/office/drawing/2014/main" id="{487526EF-6EC5-F68E-9DED-558BD640804D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7">
                <a:extLst>
                  <a:ext uri="{FF2B5EF4-FFF2-40B4-BE49-F238E27FC236}">
                    <a16:creationId xmlns:a16="http://schemas.microsoft.com/office/drawing/2014/main" id="{D2BF4793-3339-BFD8-1437-AF7A0557E60F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7">
                <a:extLst>
                  <a:ext uri="{FF2B5EF4-FFF2-40B4-BE49-F238E27FC236}">
                    <a16:creationId xmlns:a16="http://schemas.microsoft.com/office/drawing/2014/main" id="{1615457A-A207-FF95-4BD6-06721AFDA4BA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7">
                <a:extLst>
                  <a:ext uri="{FF2B5EF4-FFF2-40B4-BE49-F238E27FC236}">
                    <a16:creationId xmlns:a16="http://schemas.microsoft.com/office/drawing/2014/main" id="{79AE169C-5D2B-0CDC-74C8-A5FA5E6DA35E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7">
                <a:extLst>
                  <a:ext uri="{FF2B5EF4-FFF2-40B4-BE49-F238E27FC236}">
                    <a16:creationId xmlns:a16="http://schemas.microsoft.com/office/drawing/2014/main" id="{59187B11-6F5F-68E6-D80E-E88433098DED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7">
                <a:extLst>
                  <a:ext uri="{FF2B5EF4-FFF2-40B4-BE49-F238E27FC236}">
                    <a16:creationId xmlns:a16="http://schemas.microsoft.com/office/drawing/2014/main" id="{8225340E-2B57-6809-5D55-0B6A5838A54B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7">
                <a:extLst>
                  <a:ext uri="{FF2B5EF4-FFF2-40B4-BE49-F238E27FC236}">
                    <a16:creationId xmlns:a16="http://schemas.microsoft.com/office/drawing/2014/main" id="{AC40F274-484B-2552-7CFE-F96A6737F032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7">
                <a:extLst>
                  <a:ext uri="{FF2B5EF4-FFF2-40B4-BE49-F238E27FC236}">
                    <a16:creationId xmlns:a16="http://schemas.microsoft.com/office/drawing/2014/main" id="{BB3D5C24-E131-E4B3-F2D7-2CAA0DAB1BCE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7">
                <a:extLst>
                  <a:ext uri="{FF2B5EF4-FFF2-40B4-BE49-F238E27FC236}">
                    <a16:creationId xmlns:a16="http://schemas.microsoft.com/office/drawing/2014/main" id="{96E77E6E-6F62-47F1-A829-4F7EE8E97069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7">
                <a:extLst>
                  <a:ext uri="{FF2B5EF4-FFF2-40B4-BE49-F238E27FC236}">
                    <a16:creationId xmlns:a16="http://schemas.microsoft.com/office/drawing/2014/main" id="{E4145867-867D-4C89-CC70-ECD1820C9AD8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7">
                <a:extLst>
                  <a:ext uri="{FF2B5EF4-FFF2-40B4-BE49-F238E27FC236}">
                    <a16:creationId xmlns:a16="http://schemas.microsoft.com/office/drawing/2014/main" id="{685ABC41-CB9C-232F-2EC8-AE6266105935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7">
                <a:extLst>
                  <a:ext uri="{FF2B5EF4-FFF2-40B4-BE49-F238E27FC236}">
                    <a16:creationId xmlns:a16="http://schemas.microsoft.com/office/drawing/2014/main" id="{56270DDF-5FDB-5BE3-962C-80C1629292D9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7">
                <a:extLst>
                  <a:ext uri="{FF2B5EF4-FFF2-40B4-BE49-F238E27FC236}">
                    <a16:creationId xmlns:a16="http://schemas.microsoft.com/office/drawing/2014/main" id="{05C62165-EE4B-B644-20DF-3C1B10D095BA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7">
                <a:extLst>
                  <a:ext uri="{FF2B5EF4-FFF2-40B4-BE49-F238E27FC236}">
                    <a16:creationId xmlns:a16="http://schemas.microsoft.com/office/drawing/2014/main" id="{766250F7-D550-9FC2-0537-BD8647F74456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7">
                <a:extLst>
                  <a:ext uri="{FF2B5EF4-FFF2-40B4-BE49-F238E27FC236}">
                    <a16:creationId xmlns:a16="http://schemas.microsoft.com/office/drawing/2014/main" id="{53994C94-2322-2ABB-7448-4EE10CAAA430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7">
                <a:extLst>
                  <a:ext uri="{FF2B5EF4-FFF2-40B4-BE49-F238E27FC236}">
                    <a16:creationId xmlns:a16="http://schemas.microsoft.com/office/drawing/2014/main" id="{403967B4-1DE3-FA6E-D841-A273332BB987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7">
                <a:extLst>
                  <a:ext uri="{FF2B5EF4-FFF2-40B4-BE49-F238E27FC236}">
                    <a16:creationId xmlns:a16="http://schemas.microsoft.com/office/drawing/2014/main" id="{61085A71-4FCD-09A1-7A71-4732A6DF248C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7">
                <a:extLst>
                  <a:ext uri="{FF2B5EF4-FFF2-40B4-BE49-F238E27FC236}">
                    <a16:creationId xmlns:a16="http://schemas.microsoft.com/office/drawing/2014/main" id="{51AE6E53-CD6C-04E5-5A6D-F8264FE53812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7">
                <a:extLst>
                  <a:ext uri="{FF2B5EF4-FFF2-40B4-BE49-F238E27FC236}">
                    <a16:creationId xmlns:a16="http://schemas.microsoft.com/office/drawing/2014/main" id="{A3E166D3-334D-8FF8-4A92-5C69F4369A26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7">
                <a:extLst>
                  <a:ext uri="{FF2B5EF4-FFF2-40B4-BE49-F238E27FC236}">
                    <a16:creationId xmlns:a16="http://schemas.microsoft.com/office/drawing/2014/main" id="{24891604-2871-AA07-9FA4-3CF2EC102443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7">
                <a:extLst>
                  <a:ext uri="{FF2B5EF4-FFF2-40B4-BE49-F238E27FC236}">
                    <a16:creationId xmlns:a16="http://schemas.microsoft.com/office/drawing/2014/main" id="{DF3BA5C7-16B1-D8B4-1B83-787E6C976368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7">
                <a:extLst>
                  <a:ext uri="{FF2B5EF4-FFF2-40B4-BE49-F238E27FC236}">
                    <a16:creationId xmlns:a16="http://schemas.microsoft.com/office/drawing/2014/main" id="{584A7881-C63F-EF31-2A9E-E6EDB07A7CC8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7">
                <a:extLst>
                  <a:ext uri="{FF2B5EF4-FFF2-40B4-BE49-F238E27FC236}">
                    <a16:creationId xmlns:a16="http://schemas.microsoft.com/office/drawing/2014/main" id="{BE5B35E1-F437-B7C8-4761-1FBB65A749A3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7">
                <a:extLst>
                  <a:ext uri="{FF2B5EF4-FFF2-40B4-BE49-F238E27FC236}">
                    <a16:creationId xmlns:a16="http://schemas.microsoft.com/office/drawing/2014/main" id="{F61DA30E-7994-A557-A07F-C3BA38C9B455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7">
                <a:extLst>
                  <a:ext uri="{FF2B5EF4-FFF2-40B4-BE49-F238E27FC236}">
                    <a16:creationId xmlns:a16="http://schemas.microsoft.com/office/drawing/2014/main" id="{87C694AE-5A90-F83D-6CC5-37933F5B1017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7">
                <a:extLst>
                  <a:ext uri="{FF2B5EF4-FFF2-40B4-BE49-F238E27FC236}">
                    <a16:creationId xmlns:a16="http://schemas.microsoft.com/office/drawing/2014/main" id="{7A88B701-12C7-0679-A2EA-67DE02CE3E9E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7">
                <a:extLst>
                  <a:ext uri="{FF2B5EF4-FFF2-40B4-BE49-F238E27FC236}">
                    <a16:creationId xmlns:a16="http://schemas.microsoft.com/office/drawing/2014/main" id="{9E49F41D-67C6-0A9A-D776-58D86BFCFADD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3" name="Google Shape;1533;p27">
              <a:extLst>
                <a:ext uri="{FF2B5EF4-FFF2-40B4-BE49-F238E27FC236}">
                  <a16:creationId xmlns:a16="http://schemas.microsoft.com/office/drawing/2014/main" id="{86C2D3B6-B88D-737D-AE42-08DA6BA107C8}"/>
                </a:ext>
              </a:extLst>
            </p:cNvPr>
            <p:cNvSpPr/>
            <p:nvPr/>
          </p:nvSpPr>
          <p:spPr>
            <a:xfrm>
              <a:off x="8566550" y="1001900"/>
              <a:ext cx="218400" cy="164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4" name="Google Shape;1534;p27">
              <a:extLst>
                <a:ext uri="{FF2B5EF4-FFF2-40B4-BE49-F238E27FC236}">
                  <a16:creationId xmlns:a16="http://schemas.microsoft.com/office/drawing/2014/main" id="{91CDE073-1639-DE03-12DE-ECF4987B27BC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35" name="Google Shape;1535;p27">
                <a:extLst>
                  <a:ext uri="{FF2B5EF4-FFF2-40B4-BE49-F238E27FC236}">
                    <a16:creationId xmlns:a16="http://schemas.microsoft.com/office/drawing/2014/main" id="{9319AE75-C202-CB68-8F7D-B111F5776D23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7">
                <a:extLst>
                  <a:ext uri="{FF2B5EF4-FFF2-40B4-BE49-F238E27FC236}">
                    <a16:creationId xmlns:a16="http://schemas.microsoft.com/office/drawing/2014/main" id="{4FB4A078-FA9F-F0DA-6942-295362D6D1BF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7">
                <a:extLst>
                  <a:ext uri="{FF2B5EF4-FFF2-40B4-BE49-F238E27FC236}">
                    <a16:creationId xmlns:a16="http://schemas.microsoft.com/office/drawing/2014/main" id="{647B2216-660C-4011-3A32-C072BD444FD6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7">
                <a:extLst>
                  <a:ext uri="{FF2B5EF4-FFF2-40B4-BE49-F238E27FC236}">
                    <a16:creationId xmlns:a16="http://schemas.microsoft.com/office/drawing/2014/main" id="{45C3BE22-E3A2-F460-D40A-148544C08266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7">
                <a:extLst>
                  <a:ext uri="{FF2B5EF4-FFF2-40B4-BE49-F238E27FC236}">
                    <a16:creationId xmlns:a16="http://schemas.microsoft.com/office/drawing/2014/main" id="{A2E871A4-B60D-28A3-63DC-FE1D0EDE32C3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7">
                <a:extLst>
                  <a:ext uri="{FF2B5EF4-FFF2-40B4-BE49-F238E27FC236}">
                    <a16:creationId xmlns:a16="http://schemas.microsoft.com/office/drawing/2014/main" id="{8C80D173-5FD0-8DBC-535A-BB2665E19AB2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7">
                <a:extLst>
                  <a:ext uri="{FF2B5EF4-FFF2-40B4-BE49-F238E27FC236}">
                    <a16:creationId xmlns:a16="http://schemas.microsoft.com/office/drawing/2014/main" id="{4655F5FD-1B01-BFEA-9A04-FD29372F502F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7">
                <a:extLst>
                  <a:ext uri="{FF2B5EF4-FFF2-40B4-BE49-F238E27FC236}">
                    <a16:creationId xmlns:a16="http://schemas.microsoft.com/office/drawing/2014/main" id="{3A49EBD1-D6C9-1316-91EC-2FBD9B9DC8A0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7">
                <a:extLst>
                  <a:ext uri="{FF2B5EF4-FFF2-40B4-BE49-F238E27FC236}">
                    <a16:creationId xmlns:a16="http://schemas.microsoft.com/office/drawing/2014/main" id="{C49B2726-4F96-97FA-3617-133EDBCA387E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7">
                <a:extLst>
                  <a:ext uri="{FF2B5EF4-FFF2-40B4-BE49-F238E27FC236}">
                    <a16:creationId xmlns:a16="http://schemas.microsoft.com/office/drawing/2014/main" id="{C0C3D3CA-C4EA-668F-A9BC-92DCFA063338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7">
                <a:extLst>
                  <a:ext uri="{FF2B5EF4-FFF2-40B4-BE49-F238E27FC236}">
                    <a16:creationId xmlns:a16="http://schemas.microsoft.com/office/drawing/2014/main" id="{B2194693-B34C-D002-76CF-2589E340E847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7">
                <a:extLst>
                  <a:ext uri="{FF2B5EF4-FFF2-40B4-BE49-F238E27FC236}">
                    <a16:creationId xmlns:a16="http://schemas.microsoft.com/office/drawing/2014/main" id="{4BBDF0CC-9EF7-898F-F4E8-3B2427FBFAEB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7">
                <a:extLst>
                  <a:ext uri="{FF2B5EF4-FFF2-40B4-BE49-F238E27FC236}">
                    <a16:creationId xmlns:a16="http://schemas.microsoft.com/office/drawing/2014/main" id="{4FAD33B3-C4B5-E6B9-7595-CD494A3D9152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7">
                <a:extLst>
                  <a:ext uri="{FF2B5EF4-FFF2-40B4-BE49-F238E27FC236}">
                    <a16:creationId xmlns:a16="http://schemas.microsoft.com/office/drawing/2014/main" id="{EC52ACCE-483B-2FF5-1741-861848F864E3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7">
                <a:extLst>
                  <a:ext uri="{FF2B5EF4-FFF2-40B4-BE49-F238E27FC236}">
                    <a16:creationId xmlns:a16="http://schemas.microsoft.com/office/drawing/2014/main" id="{34A7B40F-14A1-6197-F3FE-390E20A2B2DC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7">
                <a:extLst>
                  <a:ext uri="{FF2B5EF4-FFF2-40B4-BE49-F238E27FC236}">
                    <a16:creationId xmlns:a16="http://schemas.microsoft.com/office/drawing/2014/main" id="{FBEBCF88-C5C0-A088-B80F-D0B8FF3E8E7D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7">
                <a:extLst>
                  <a:ext uri="{FF2B5EF4-FFF2-40B4-BE49-F238E27FC236}">
                    <a16:creationId xmlns:a16="http://schemas.microsoft.com/office/drawing/2014/main" id="{93BE030B-555B-0D32-B083-41F599382DDA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7">
                <a:extLst>
                  <a:ext uri="{FF2B5EF4-FFF2-40B4-BE49-F238E27FC236}">
                    <a16:creationId xmlns:a16="http://schemas.microsoft.com/office/drawing/2014/main" id="{5CC9EEE7-7CD4-3E76-7060-8AA5B8FA4069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7">
                <a:extLst>
                  <a:ext uri="{FF2B5EF4-FFF2-40B4-BE49-F238E27FC236}">
                    <a16:creationId xmlns:a16="http://schemas.microsoft.com/office/drawing/2014/main" id="{655F35B6-6CA1-BC1B-39FE-E2B2181DB090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7">
                <a:extLst>
                  <a:ext uri="{FF2B5EF4-FFF2-40B4-BE49-F238E27FC236}">
                    <a16:creationId xmlns:a16="http://schemas.microsoft.com/office/drawing/2014/main" id="{9B852199-A9FC-A6EE-CF67-46BCD4F8B8E7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7">
                <a:extLst>
                  <a:ext uri="{FF2B5EF4-FFF2-40B4-BE49-F238E27FC236}">
                    <a16:creationId xmlns:a16="http://schemas.microsoft.com/office/drawing/2014/main" id="{276D085E-550F-47EE-1E8D-AF81343E1466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7">
                <a:extLst>
                  <a:ext uri="{FF2B5EF4-FFF2-40B4-BE49-F238E27FC236}">
                    <a16:creationId xmlns:a16="http://schemas.microsoft.com/office/drawing/2014/main" id="{69A90F81-1A4C-76CD-0730-AD7D83089983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7">
                <a:extLst>
                  <a:ext uri="{FF2B5EF4-FFF2-40B4-BE49-F238E27FC236}">
                    <a16:creationId xmlns:a16="http://schemas.microsoft.com/office/drawing/2014/main" id="{5FF8A700-C42D-5677-FA1C-B405A521BED6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7">
                <a:extLst>
                  <a:ext uri="{FF2B5EF4-FFF2-40B4-BE49-F238E27FC236}">
                    <a16:creationId xmlns:a16="http://schemas.microsoft.com/office/drawing/2014/main" id="{C968696D-B503-043E-3CF9-3FAC244FC751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7">
                <a:extLst>
                  <a:ext uri="{FF2B5EF4-FFF2-40B4-BE49-F238E27FC236}">
                    <a16:creationId xmlns:a16="http://schemas.microsoft.com/office/drawing/2014/main" id="{9E9B9E8E-E033-19E2-23AB-47CD94B0F128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7">
                <a:extLst>
                  <a:ext uri="{FF2B5EF4-FFF2-40B4-BE49-F238E27FC236}">
                    <a16:creationId xmlns:a16="http://schemas.microsoft.com/office/drawing/2014/main" id="{6AD5A615-C67C-7CB0-0863-458DFCA8E35F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7">
                <a:extLst>
                  <a:ext uri="{FF2B5EF4-FFF2-40B4-BE49-F238E27FC236}">
                    <a16:creationId xmlns:a16="http://schemas.microsoft.com/office/drawing/2014/main" id="{CDE8D69C-7E25-669F-CCDC-5F5F95B540F5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7">
                <a:extLst>
                  <a:ext uri="{FF2B5EF4-FFF2-40B4-BE49-F238E27FC236}">
                    <a16:creationId xmlns:a16="http://schemas.microsoft.com/office/drawing/2014/main" id="{F8750975-4D64-ABD4-262C-CB9E9555A013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7">
                <a:extLst>
                  <a:ext uri="{FF2B5EF4-FFF2-40B4-BE49-F238E27FC236}">
                    <a16:creationId xmlns:a16="http://schemas.microsoft.com/office/drawing/2014/main" id="{B5DA9EDD-AC5D-0F66-37F4-2127B5496B30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7">
                <a:extLst>
                  <a:ext uri="{FF2B5EF4-FFF2-40B4-BE49-F238E27FC236}">
                    <a16:creationId xmlns:a16="http://schemas.microsoft.com/office/drawing/2014/main" id="{F70F8929-DDF3-E5CB-3168-4BD0BBE39CD6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7">
                <a:extLst>
                  <a:ext uri="{FF2B5EF4-FFF2-40B4-BE49-F238E27FC236}">
                    <a16:creationId xmlns:a16="http://schemas.microsoft.com/office/drawing/2014/main" id="{0F0932EB-EDA5-D929-4578-F2C2EB87CCA8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7">
                <a:extLst>
                  <a:ext uri="{FF2B5EF4-FFF2-40B4-BE49-F238E27FC236}">
                    <a16:creationId xmlns:a16="http://schemas.microsoft.com/office/drawing/2014/main" id="{290EF591-E24D-8807-AD52-7DF5E35BD686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" name="Google Shape;1491;p27">
            <a:extLst>
              <a:ext uri="{FF2B5EF4-FFF2-40B4-BE49-F238E27FC236}">
                <a16:creationId xmlns:a16="http://schemas.microsoft.com/office/drawing/2014/main" id="{BD94E92D-4878-1FE3-19EA-C1870DE406F9}"/>
              </a:ext>
            </a:extLst>
          </p:cNvPr>
          <p:cNvSpPr txBox="1"/>
          <p:nvPr/>
        </p:nvSpPr>
        <p:spPr>
          <a:xfrm>
            <a:off x="649850" y="1899178"/>
            <a:ext cx="3239244" cy="33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Enviamos JSON con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UnityWebRequest</a:t>
            </a:r>
            <a:endParaRPr sz="1200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65BB20B-51CD-D118-5C04-AC335FF2A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0" y="1132267"/>
            <a:ext cx="5687219" cy="333422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7" name="Imagen 6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DD3BB641-5EA6-AA8F-F203-609E7D5D2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46" y="2313136"/>
            <a:ext cx="3511993" cy="1182325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8" name="Google Shape;1491;p27">
            <a:extLst>
              <a:ext uri="{FF2B5EF4-FFF2-40B4-BE49-F238E27FC236}">
                <a16:creationId xmlns:a16="http://schemas.microsoft.com/office/drawing/2014/main" id="{4C1FF354-95A8-464E-5512-02776DCA2191}"/>
              </a:ext>
            </a:extLst>
          </p:cNvPr>
          <p:cNvSpPr txBox="1"/>
          <p:nvPr/>
        </p:nvSpPr>
        <p:spPr>
          <a:xfrm>
            <a:off x="649850" y="3495461"/>
            <a:ext cx="3239244" cy="33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Devolvemos la respuesta en texto</a:t>
            </a:r>
            <a:endParaRPr sz="1200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10CCEF5-154F-AB8A-1D6F-D4AC8B80A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024" y="3892552"/>
            <a:ext cx="2306894" cy="229645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59ED734-A6AB-705D-CC2A-F95C47F82C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0507" y="2360571"/>
            <a:ext cx="4330000" cy="203687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5" name="Google Shape;1491;p27">
            <a:extLst>
              <a:ext uri="{FF2B5EF4-FFF2-40B4-BE49-F238E27FC236}">
                <a16:creationId xmlns:a16="http://schemas.microsoft.com/office/drawing/2014/main" id="{E8505FF5-A58F-38CC-815B-3F06A0A77127}"/>
              </a:ext>
            </a:extLst>
          </p:cNvPr>
          <p:cNvSpPr txBox="1"/>
          <p:nvPr/>
        </p:nvSpPr>
        <p:spPr>
          <a:xfrm>
            <a:off x="4164500" y="1928086"/>
            <a:ext cx="4852612" cy="36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Post a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signInWithPassword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y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parseamos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la respuesta</a:t>
            </a:r>
            <a:endParaRPr sz="1200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16" name="Google Shape;1491;p27">
            <a:extLst>
              <a:ext uri="{FF2B5EF4-FFF2-40B4-BE49-F238E27FC236}">
                <a16:creationId xmlns:a16="http://schemas.microsoft.com/office/drawing/2014/main" id="{072217FB-0F71-924C-8796-49B62726E0EB}"/>
              </a:ext>
            </a:extLst>
          </p:cNvPr>
          <p:cNvSpPr txBox="1"/>
          <p:nvPr/>
        </p:nvSpPr>
        <p:spPr>
          <a:xfrm>
            <a:off x="4164500" y="3187227"/>
            <a:ext cx="4729731" cy="1579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Básicamente,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FirebaseAuthCliente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construye la petición con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UnityWebRequest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, envía credenciales y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parsea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la respuesta para devolver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idToken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y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localId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al servicio</a:t>
            </a:r>
            <a:endParaRPr sz="1200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3840653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>
          <a:extLst>
            <a:ext uri="{FF2B5EF4-FFF2-40B4-BE49-F238E27FC236}">
              <a16:creationId xmlns:a16="http://schemas.microsoft.com/office/drawing/2014/main" id="{48765DD5-DE74-A440-5646-61783CA1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27">
            <a:extLst>
              <a:ext uri="{FF2B5EF4-FFF2-40B4-BE49-F238E27FC236}">
                <a16:creationId xmlns:a16="http://schemas.microsoft.com/office/drawing/2014/main" id="{F38FD7B8-C058-C801-410B-730F93C559B5}"/>
              </a:ext>
            </a:extLst>
          </p:cNvPr>
          <p:cNvSpPr txBox="1"/>
          <p:nvPr/>
        </p:nvSpPr>
        <p:spPr>
          <a:xfrm>
            <a:off x="603551" y="1283359"/>
            <a:ext cx="3718762" cy="31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GameSaveServicio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carga los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PlayerPrefs</a:t>
            </a: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1495" name="Google Shape;1495;p27">
            <a:extLst>
              <a:ext uri="{FF2B5EF4-FFF2-40B4-BE49-F238E27FC236}">
                <a16:creationId xmlns:a16="http://schemas.microsoft.com/office/drawing/2014/main" id="{70C87F51-2A0B-A767-3BC1-0315416B2658}"/>
              </a:ext>
            </a:extLst>
          </p:cNvPr>
          <p:cNvSpPr/>
          <p:nvPr/>
        </p:nvSpPr>
        <p:spPr>
          <a:xfrm rot="5395110">
            <a:off x="303391" y="1403369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27">
            <a:extLst>
              <a:ext uri="{FF2B5EF4-FFF2-40B4-BE49-F238E27FC236}">
                <a16:creationId xmlns:a16="http://schemas.microsoft.com/office/drawing/2014/main" id="{937E01D7-21D7-24D0-C76A-6350063FD84C}"/>
              </a:ext>
            </a:extLst>
          </p:cNvPr>
          <p:cNvSpPr/>
          <p:nvPr/>
        </p:nvSpPr>
        <p:spPr>
          <a:xfrm>
            <a:off x="7895126" y="513575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27">
            <a:extLst>
              <a:ext uri="{FF2B5EF4-FFF2-40B4-BE49-F238E27FC236}">
                <a16:creationId xmlns:a16="http://schemas.microsoft.com/office/drawing/2014/main" id="{A2E15947-2AF8-CB99-C8FA-EB2AE16965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850" y="282725"/>
            <a:ext cx="770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Autologin: PlayerPrefs</a:t>
            </a:r>
            <a:endParaRPr sz="1800" dirty="0"/>
          </a:p>
        </p:txBody>
      </p:sp>
      <p:sp>
        <p:nvSpPr>
          <p:cNvPr id="1498" name="Google Shape;1498;p27">
            <a:extLst>
              <a:ext uri="{FF2B5EF4-FFF2-40B4-BE49-F238E27FC236}">
                <a16:creationId xmlns:a16="http://schemas.microsoft.com/office/drawing/2014/main" id="{4A028B16-C7CB-2A83-B5B9-B0801422F169}"/>
              </a:ext>
            </a:extLst>
          </p:cNvPr>
          <p:cNvSpPr/>
          <p:nvPr/>
        </p:nvSpPr>
        <p:spPr>
          <a:xfrm>
            <a:off x="8280350" y="4007375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9" name="Google Shape;1499;p27">
            <a:extLst>
              <a:ext uri="{FF2B5EF4-FFF2-40B4-BE49-F238E27FC236}">
                <a16:creationId xmlns:a16="http://schemas.microsoft.com/office/drawing/2014/main" id="{9A5C36F9-1F4D-0AAC-3B68-DC25EC1DE0B6}"/>
              </a:ext>
            </a:extLst>
          </p:cNvPr>
          <p:cNvGrpSpPr/>
          <p:nvPr/>
        </p:nvGrpSpPr>
        <p:grpSpPr>
          <a:xfrm>
            <a:off x="8457665" y="893922"/>
            <a:ext cx="436565" cy="381997"/>
            <a:chOff x="8457665" y="893922"/>
            <a:chExt cx="436565" cy="381997"/>
          </a:xfrm>
        </p:grpSpPr>
        <p:grpSp>
          <p:nvGrpSpPr>
            <p:cNvPr id="1500" name="Google Shape;1500;p27">
              <a:extLst>
                <a:ext uri="{FF2B5EF4-FFF2-40B4-BE49-F238E27FC236}">
                  <a16:creationId xmlns:a16="http://schemas.microsoft.com/office/drawing/2014/main" id="{3E7405A0-22B0-9E18-E90C-2DAE274EDD1B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01" name="Google Shape;1501;p27">
                <a:extLst>
                  <a:ext uri="{FF2B5EF4-FFF2-40B4-BE49-F238E27FC236}">
                    <a16:creationId xmlns:a16="http://schemas.microsoft.com/office/drawing/2014/main" id="{B78A244A-FF7B-B04D-A09B-7C008435F47D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7">
                <a:extLst>
                  <a:ext uri="{FF2B5EF4-FFF2-40B4-BE49-F238E27FC236}">
                    <a16:creationId xmlns:a16="http://schemas.microsoft.com/office/drawing/2014/main" id="{84402876-591B-B62B-47A8-810E4440ACD0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7">
                <a:extLst>
                  <a:ext uri="{FF2B5EF4-FFF2-40B4-BE49-F238E27FC236}">
                    <a16:creationId xmlns:a16="http://schemas.microsoft.com/office/drawing/2014/main" id="{3AF5AEA1-8622-6B69-D911-4879E038429A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7">
                <a:extLst>
                  <a:ext uri="{FF2B5EF4-FFF2-40B4-BE49-F238E27FC236}">
                    <a16:creationId xmlns:a16="http://schemas.microsoft.com/office/drawing/2014/main" id="{49E2F026-D838-AD9A-2A01-55733A63CE74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27">
                <a:extLst>
                  <a:ext uri="{FF2B5EF4-FFF2-40B4-BE49-F238E27FC236}">
                    <a16:creationId xmlns:a16="http://schemas.microsoft.com/office/drawing/2014/main" id="{904FF646-CFF8-F568-7155-222DCC6F36D2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7">
                <a:extLst>
                  <a:ext uri="{FF2B5EF4-FFF2-40B4-BE49-F238E27FC236}">
                    <a16:creationId xmlns:a16="http://schemas.microsoft.com/office/drawing/2014/main" id="{96584ECC-2711-AA6B-0BF3-E17F455C2B1C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7">
                <a:extLst>
                  <a:ext uri="{FF2B5EF4-FFF2-40B4-BE49-F238E27FC236}">
                    <a16:creationId xmlns:a16="http://schemas.microsoft.com/office/drawing/2014/main" id="{995C48D7-845B-6391-D88E-3B52276EA1F8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7">
                <a:extLst>
                  <a:ext uri="{FF2B5EF4-FFF2-40B4-BE49-F238E27FC236}">
                    <a16:creationId xmlns:a16="http://schemas.microsoft.com/office/drawing/2014/main" id="{D5110564-DD88-8410-D43D-DA72F7E72BE7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7">
                <a:extLst>
                  <a:ext uri="{FF2B5EF4-FFF2-40B4-BE49-F238E27FC236}">
                    <a16:creationId xmlns:a16="http://schemas.microsoft.com/office/drawing/2014/main" id="{BD8FF8C0-4590-5DD3-DB65-1382DA747494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7">
                <a:extLst>
                  <a:ext uri="{FF2B5EF4-FFF2-40B4-BE49-F238E27FC236}">
                    <a16:creationId xmlns:a16="http://schemas.microsoft.com/office/drawing/2014/main" id="{D863CECE-5A9C-18B7-7294-844E4573365B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7">
                <a:extLst>
                  <a:ext uri="{FF2B5EF4-FFF2-40B4-BE49-F238E27FC236}">
                    <a16:creationId xmlns:a16="http://schemas.microsoft.com/office/drawing/2014/main" id="{7D490E09-85FC-A46F-0D89-08A47AFCDF50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7">
                <a:extLst>
                  <a:ext uri="{FF2B5EF4-FFF2-40B4-BE49-F238E27FC236}">
                    <a16:creationId xmlns:a16="http://schemas.microsoft.com/office/drawing/2014/main" id="{788AEC36-2673-3955-7122-BB0CD22D2737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7">
                <a:extLst>
                  <a:ext uri="{FF2B5EF4-FFF2-40B4-BE49-F238E27FC236}">
                    <a16:creationId xmlns:a16="http://schemas.microsoft.com/office/drawing/2014/main" id="{25B880E6-8835-EA34-E362-22044E05A182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7">
                <a:extLst>
                  <a:ext uri="{FF2B5EF4-FFF2-40B4-BE49-F238E27FC236}">
                    <a16:creationId xmlns:a16="http://schemas.microsoft.com/office/drawing/2014/main" id="{1460A50B-7194-47BA-A4A9-952F7A76F5B3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7">
                <a:extLst>
                  <a:ext uri="{FF2B5EF4-FFF2-40B4-BE49-F238E27FC236}">
                    <a16:creationId xmlns:a16="http://schemas.microsoft.com/office/drawing/2014/main" id="{C87DF69A-79DD-16A2-9473-0F141AD81794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7">
                <a:extLst>
                  <a:ext uri="{FF2B5EF4-FFF2-40B4-BE49-F238E27FC236}">
                    <a16:creationId xmlns:a16="http://schemas.microsoft.com/office/drawing/2014/main" id="{DC5ADC07-008F-EF7C-F7B7-145E80A0514F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7">
                <a:extLst>
                  <a:ext uri="{FF2B5EF4-FFF2-40B4-BE49-F238E27FC236}">
                    <a16:creationId xmlns:a16="http://schemas.microsoft.com/office/drawing/2014/main" id="{7111FF0F-D228-A230-F767-83A07C9F5FB2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7">
                <a:extLst>
                  <a:ext uri="{FF2B5EF4-FFF2-40B4-BE49-F238E27FC236}">
                    <a16:creationId xmlns:a16="http://schemas.microsoft.com/office/drawing/2014/main" id="{0D91F34A-A330-4789-5954-4FA274D4143D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7">
                <a:extLst>
                  <a:ext uri="{FF2B5EF4-FFF2-40B4-BE49-F238E27FC236}">
                    <a16:creationId xmlns:a16="http://schemas.microsoft.com/office/drawing/2014/main" id="{EC40319E-5ADF-AEB4-5601-28929FFCC0C6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7">
                <a:extLst>
                  <a:ext uri="{FF2B5EF4-FFF2-40B4-BE49-F238E27FC236}">
                    <a16:creationId xmlns:a16="http://schemas.microsoft.com/office/drawing/2014/main" id="{4B3CC7AD-3E6E-1501-E1F8-730BA32D07C4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7">
                <a:extLst>
                  <a:ext uri="{FF2B5EF4-FFF2-40B4-BE49-F238E27FC236}">
                    <a16:creationId xmlns:a16="http://schemas.microsoft.com/office/drawing/2014/main" id="{498FBD44-489B-28CF-71DB-6FD1725947B0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7">
                <a:extLst>
                  <a:ext uri="{FF2B5EF4-FFF2-40B4-BE49-F238E27FC236}">
                    <a16:creationId xmlns:a16="http://schemas.microsoft.com/office/drawing/2014/main" id="{26980EFE-B9F0-E882-922A-7BD29C7A71DF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7">
                <a:extLst>
                  <a:ext uri="{FF2B5EF4-FFF2-40B4-BE49-F238E27FC236}">
                    <a16:creationId xmlns:a16="http://schemas.microsoft.com/office/drawing/2014/main" id="{1B25BBB2-40F5-F251-4A76-81BFD8E2DCE7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7">
                <a:extLst>
                  <a:ext uri="{FF2B5EF4-FFF2-40B4-BE49-F238E27FC236}">
                    <a16:creationId xmlns:a16="http://schemas.microsoft.com/office/drawing/2014/main" id="{72CAD381-BC6D-D3A1-C48F-F71358CDA145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7">
                <a:extLst>
                  <a:ext uri="{FF2B5EF4-FFF2-40B4-BE49-F238E27FC236}">
                    <a16:creationId xmlns:a16="http://schemas.microsoft.com/office/drawing/2014/main" id="{3814705F-D4CC-CBDE-93BE-C9C88D3C3543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7">
                <a:extLst>
                  <a:ext uri="{FF2B5EF4-FFF2-40B4-BE49-F238E27FC236}">
                    <a16:creationId xmlns:a16="http://schemas.microsoft.com/office/drawing/2014/main" id="{4762B7C5-FDC1-04D8-C298-779DC85826F1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7">
                <a:extLst>
                  <a:ext uri="{FF2B5EF4-FFF2-40B4-BE49-F238E27FC236}">
                    <a16:creationId xmlns:a16="http://schemas.microsoft.com/office/drawing/2014/main" id="{74C22C88-6159-19A1-9CCC-79D77934BC8F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7">
                <a:extLst>
                  <a:ext uri="{FF2B5EF4-FFF2-40B4-BE49-F238E27FC236}">
                    <a16:creationId xmlns:a16="http://schemas.microsoft.com/office/drawing/2014/main" id="{3BACBAE7-4A75-A0C3-8CD1-8E0363CEA537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7">
                <a:extLst>
                  <a:ext uri="{FF2B5EF4-FFF2-40B4-BE49-F238E27FC236}">
                    <a16:creationId xmlns:a16="http://schemas.microsoft.com/office/drawing/2014/main" id="{BC4204AE-88C1-74AB-BACD-D6FAF66C3DDD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7">
                <a:extLst>
                  <a:ext uri="{FF2B5EF4-FFF2-40B4-BE49-F238E27FC236}">
                    <a16:creationId xmlns:a16="http://schemas.microsoft.com/office/drawing/2014/main" id="{837AE065-4101-C3C5-F2ED-9396D6794909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7">
                <a:extLst>
                  <a:ext uri="{FF2B5EF4-FFF2-40B4-BE49-F238E27FC236}">
                    <a16:creationId xmlns:a16="http://schemas.microsoft.com/office/drawing/2014/main" id="{84E37C7E-31C2-03A0-B0B8-E76E0F18C479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7">
                <a:extLst>
                  <a:ext uri="{FF2B5EF4-FFF2-40B4-BE49-F238E27FC236}">
                    <a16:creationId xmlns:a16="http://schemas.microsoft.com/office/drawing/2014/main" id="{2623ECC4-50D2-71EF-D98F-CCF0EC9009A8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3" name="Google Shape;1533;p27">
              <a:extLst>
                <a:ext uri="{FF2B5EF4-FFF2-40B4-BE49-F238E27FC236}">
                  <a16:creationId xmlns:a16="http://schemas.microsoft.com/office/drawing/2014/main" id="{FD5DCACE-1DFF-0433-8FA0-5894D4E60773}"/>
                </a:ext>
              </a:extLst>
            </p:cNvPr>
            <p:cNvSpPr/>
            <p:nvPr/>
          </p:nvSpPr>
          <p:spPr>
            <a:xfrm>
              <a:off x="8566550" y="1001900"/>
              <a:ext cx="218400" cy="164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4" name="Google Shape;1534;p27">
              <a:extLst>
                <a:ext uri="{FF2B5EF4-FFF2-40B4-BE49-F238E27FC236}">
                  <a16:creationId xmlns:a16="http://schemas.microsoft.com/office/drawing/2014/main" id="{D7F64BAD-3B13-5086-6D44-B0FEE4DD14E7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35" name="Google Shape;1535;p27">
                <a:extLst>
                  <a:ext uri="{FF2B5EF4-FFF2-40B4-BE49-F238E27FC236}">
                    <a16:creationId xmlns:a16="http://schemas.microsoft.com/office/drawing/2014/main" id="{8ED9E34C-7A1D-9AB9-37DB-3A7375BCC415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7">
                <a:extLst>
                  <a:ext uri="{FF2B5EF4-FFF2-40B4-BE49-F238E27FC236}">
                    <a16:creationId xmlns:a16="http://schemas.microsoft.com/office/drawing/2014/main" id="{0C6F2BD4-91C6-3F60-9878-946C55BF633C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7">
                <a:extLst>
                  <a:ext uri="{FF2B5EF4-FFF2-40B4-BE49-F238E27FC236}">
                    <a16:creationId xmlns:a16="http://schemas.microsoft.com/office/drawing/2014/main" id="{AD677665-D978-F490-F7A2-F9DA3505D3D5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7">
                <a:extLst>
                  <a:ext uri="{FF2B5EF4-FFF2-40B4-BE49-F238E27FC236}">
                    <a16:creationId xmlns:a16="http://schemas.microsoft.com/office/drawing/2014/main" id="{2AB9A0B6-9CA0-4B9F-8C58-0B8B3F7430D4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7">
                <a:extLst>
                  <a:ext uri="{FF2B5EF4-FFF2-40B4-BE49-F238E27FC236}">
                    <a16:creationId xmlns:a16="http://schemas.microsoft.com/office/drawing/2014/main" id="{9D28C767-606B-0D3B-D16E-13D82FD1B110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7">
                <a:extLst>
                  <a:ext uri="{FF2B5EF4-FFF2-40B4-BE49-F238E27FC236}">
                    <a16:creationId xmlns:a16="http://schemas.microsoft.com/office/drawing/2014/main" id="{E71AED8D-4D14-A9D1-12FC-4EF4C471BE06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7">
                <a:extLst>
                  <a:ext uri="{FF2B5EF4-FFF2-40B4-BE49-F238E27FC236}">
                    <a16:creationId xmlns:a16="http://schemas.microsoft.com/office/drawing/2014/main" id="{9337D048-B77A-D577-73F7-1F3A9FF398A8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7">
                <a:extLst>
                  <a:ext uri="{FF2B5EF4-FFF2-40B4-BE49-F238E27FC236}">
                    <a16:creationId xmlns:a16="http://schemas.microsoft.com/office/drawing/2014/main" id="{ADAA64FE-76B2-7EF2-6A5D-5CFE4D41FE90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7">
                <a:extLst>
                  <a:ext uri="{FF2B5EF4-FFF2-40B4-BE49-F238E27FC236}">
                    <a16:creationId xmlns:a16="http://schemas.microsoft.com/office/drawing/2014/main" id="{733FB28E-7CD2-0295-7F90-3E99674D24B8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7">
                <a:extLst>
                  <a:ext uri="{FF2B5EF4-FFF2-40B4-BE49-F238E27FC236}">
                    <a16:creationId xmlns:a16="http://schemas.microsoft.com/office/drawing/2014/main" id="{E07C0477-D638-23BE-7532-9B9DCE3522BD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7">
                <a:extLst>
                  <a:ext uri="{FF2B5EF4-FFF2-40B4-BE49-F238E27FC236}">
                    <a16:creationId xmlns:a16="http://schemas.microsoft.com/office/drawing/2014/main" id="{36A54E72-149F-8022-6265-3146616269C1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7">
                <a:extLst>
                  <a:ext uri="{FF2B5EF4-FFF2-40B4-BE49-F238E27FC236}">
                    <a16:creationId xmlns:a16="http://schemas.microsoft.com/office/drawing/2014/main" id="{93C17666-ECBD-19DA-1E76-0746EB3B7A92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7">
                <a:extLst>
                  <a:ext uri="{FF2B5EF4-FFF2-40B4-BE49-F238E27FC236}">
                    <a16:creationId xmlns:a16="http://schemas.microsoft.com/office/drawing/2014/main" id="{AB55C4D3-6412-8AD9-9387-03766C21E4A2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7">
                <a:extLst>
                  <a:ext uri="{FF2B5EF4-FFF2-40B4-BE49-F238E27FC236}">
                    <a16:creationId xmlns:a16="http://schemas.microsoft.com/office/drawing/2014/main" id="{59815B8F-674C-8287-737E-7B614FCB1D8E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7">
                <a:extLst>
                  <a:ext uri="{FF2B5EF4-FFF2-40B4-BE49-F238E27FC236}">
                    <a16:creationId xmlns:a16="http://schemas.microsoft.com/office/drawing/2014/main" id="{1BC8DCFE-28F1-3022-E07F-7DB87D77480E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7">
                <a:extLst>
                  <a:ext uri="{FF2B5EF4-FFF2-40B4-BE49-F238E27FC236}">
                    <a16:creationId xmlns:a16="http://schemas.microsoft.com/office/drawing/2014/main" id="{CDB05D99-120E-2BED-AB68-7AA69BD880B4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7">
                <a:extLst>
                  <a:ext uri="{FF2B5EF4-FFF2-40B4-BE49-F238E27FC236}">
                    <a16:creationId xmlns:a16="http://schemas.microsoft.com/office/drawing/2014/main" id="{3D4A276A-C349-B084-8484-6F7B2C540BF6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7">
                <a:extLst>
                  <a:ext uri="{FF2B5EF4-FFF2-40B4-BE49-F238E27FC236}">
                    <a16:creationId xmlns:a16="http://schemas.microsoft.com/office/drawing/2014/main" id="{196FA12A-227F-7C6D-5CBD-E3535F55C8F6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7">
                <a:extLst>
                  <a:ext uri="{FF2B5EF4-FFF2-40B4-BE49-F238E27FC236}">
                    <a16:creationId xmlns:a16="http://schemas.microsoft.com/office/drawing/2014/main" id="{6B460FBD-7D04-23F2-932A-110A3901AE85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7">
                <a:extLst>
                  <a:ext uri="{FF2B5EF4-FFF2-40B4-BE49-F238E27FC236}">
                    <a16:creationId xmlns:a16="http://schemas.microsoft.com/office/drawing/2014/main" id="{DD6C194C-8D8E-FE0B-618F-9649488342E5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7">
                <a:extLst>
                  <a:ext uri="{FF2B5EF4-FFF2-40B4-BE49-F238E27FC236}">
                    <a16:creationId xmlns:a16="http://schemas.microsoft.com/office/drawing/2014/main" id="{A2174597-43C7-AD09-4A06-5C6FF9AF0186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7">
                <a:extLst>
                  <a:ext uri="{FF2B5EF4-FFF2-40B4-BE49-F238E27FC236}">
                    <a16:creationId xmlns:a16="http://schemas.microsoft.com/office/drawing/2014/main" id="{95A213EB-99B8-4074-541A-DC6F8E1AD4C4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7">
                <a:extLst>
                  <a:ext uri="{FF2B5EF4-FFF2-40B4-BE49-F238E27FC236}">
                    <a16:creationId xmlns:a16="http://schemas.microsoft.com/office/drawing/2014/main" id="{1047DA83-3673-43BC-CAB9-1E2568801622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7">
                <a:extLst>
                  <a:ext uri="{FF2B5EF4-FFF2-40B4-BE49-F238E27FC236}">
                    <a16:creationId xmlns:a16="http://schemas.microsoft.com/office/drawing/2014/main" id="{A8BCECE3-B9C3-311C-0C9F-65BD7752AFE1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7">
                <a:extLst>
                  <a:ext uri="{FF2B5EF4-FFF2-40B4-BE49-F238E27FC236}">
                    <a16:creationId xmlns:a16="http://schemas.microsoft.com/office/drawing/2014/main" id="{6C05B13D-6FB8-723F-9EA7-94AB5C94BD31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7">
                <a:extLst>
                  <a:ext uri="{FF2B5EF4-FFF2-40B4-BE49-F238E27FC236}">
                    <a16:creationId xmlns:a16="http://schemas.microsoft.com/office/drawing/2014/main" id="{919EAAF6-10B4-6AE6-1B5B-38FB91597712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7">
                <a:extLst>
                  <a:ext uri="{FF2B5EF4-FFF2-40B4-BE49-F238E27FC236}">
                    <a16:creationId xmlns:a16="http://schemas.microsoft.com/office/drawing/2014/main" id="{60ECDD01-7219-D7B2-190D-8C3731278B35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7">
                <a:extLst>
                  <a:ext uri="{FF2B5EF4-FFF2-40B4-BE49-F238E27FC236}">
                    <a16:creationId xmlns:a16="http://schemas.microsoft.com/office/drawing/2014/main" id="{FC8F8AD3-4DAB-3FB2-38D9-4A354A2C9D70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7">
                <a:extLst>
                  <a:ext uri="{FF2B5EF4-FFF2-40B4-BE49-F238E27FC236}">
                    <a16:creationId xmlns:a16="http://schemas.microsoft.com/office/drawing/2014/main" id="{DBE0F4D1-799F-1AEC-9293-1F62A29AE6D5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7">
                <a:extLst>
                  <a:ext uri="{FF2B5EF4-FFF2-40B4-BE49-F238E27FC236}">
                    <a16:creationId xmlns:a16="http://schemas.microsoft.com/office/drawing/2014/main" id="{22D72362-9B6E-7613-1DF2-1545FE769003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7">
                <a:extLst>
                  <a:ext uri="{FF2B5EF4-FFF2-40B4-BE49-F238E27FC236}">
                    <a16:creationId xmlns:a16="http://schemas.microsoft.com/office/drawing/2014/main" id="{6C5FEABE-CEAC-5808-FC84-5765DD9F0C4E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7">
                <a:extLst>
                  <a:ext uri="{FF2B5EF4-FFF2-40B4-BE49-F238E27FC236}">
                    <a16:creationId xmlns:a16="http://schemas.microsoft.com/office/drawing/2014/main" id="{86E7CED6-68E9-AE04-CFA0-E4497D294ACB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24D8DCBA-5ECF-F367-B498-0CF6160D3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50" y="1792737"/>
            <a:ext cx="3644358" cy="1429160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C6A60773-4C48-7A2A-DC5A-D4331A274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50" y="3728401"/>
            <a:ext cx="3644358" cy="453248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9" name="Google Shape;1491;p27">
            <a:extLst>
              <a:ext uri="{FF2B5EF4-FFF2-40B4-BE49-F238E27FC236}">
                <a16:creationId xmlns:a16="http://schemas.microsoft.com/office/drawing/2014/main" id="{06B9AADE-F0E2-E380-12FB-46BEA186CEB5}"/>
              </a:ext>
            </a:extLst>
          </p:cNvPr>
          <p:cNvSpPr txBox="1"/>
          <p:nvPr/>
        </p:nvSpPr>
        <p:spPr>
          <a:xfrm>
            <a:off x="575447" y="3253799"/>
            <a:ext cx="3718761" cy="31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Lo hace en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awake</a:t>
            </a: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13" name="Imagen 12" descr="Una captura de pantalla de un celular con texto e imagen&#10;&#10;El contenido generado por IA puede ser incorrecto.">
            <a:extLst>
              <a:ext uri="{FF2B5EF4-FFF2-40B4-BE49-F238E27FC236}">
                <a16:creationId xmlns:a16="http://schemas.microsoft.com/office/drawing/2014/main" id="{B685C890-7C89-8354-91E4-39882E2EC2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794" y="2367596"/>
            <a:ext cx="2857899" cy="1019317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7" name="Google Shape;1491;p27">
            <a:extLst>
              <a:ext uri="{FF2B5EF4-FFF2-40B4-BE49-F238E27FC236}">
                <a16:creationId xmlns:a16="http://schemas.microsoft.com/office/drawing/2014/main" id="{201AC2D8-A599-F117-621A-C774840CE1AE}"/>
              </a:ext>
            </a:extLst>
          </p:cNvPr>
          <p:cNvSpPr txBox="1"/>
          <p:nvPr/>
        </p:nvSpPr>
        <p:spPr>
          <a:xfrm>
            <a:off x="4766603" y="1792737"/>
            <a:ext cx="3718762" cy="52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LoginRegistro.start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() detecta sesión y la carga</a:t>
            </a: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168782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>
          <a:extLst>
            <a:ext uri="{FF2B5EF4-FFF2-40B4-BE49-F238E27FC236}">
              <a16:creationId xmlns:a16="http://schemas.microsoft.com/office/drawing/2014/main" id="{90052FDD-C6CE-0D40-2AFE-C518EA5F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27">
            <a:extLst>
              <a:ext uri="{FF2B5EF4-FFF2-40B4-BE49-F238E27FC236}">
                <a16:creationId xmlns:a16="http://schemas.microsoft.com/office/drawing/2014/main" id="{E23E6233-5EA3-D1B7-0D52-40ED77B5DA50}"/>
              </a:ext>
            </a:extLst>
          </p:cNvPr>
          <p:cNvSpPr txBox="1"/>
          <p:nvPr/>
        </p:nvSpPr>
        <p:spPr>
          <a:xfrm>
            <a:off x="610954" y="607985"/>
            <a:ext cx="6538030" cy="1959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Identifico la sesión: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Uid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+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IdToken</a:t>
            </a: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Capturo el estado del juego: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	- Posición (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transform.position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	- Vida (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PlayerHealth.CurrentHP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/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maxHP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	- Escena actual (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SceneManager.GetActiveScene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().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name</a:t>
            </a: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Guardo en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Firestore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(REST)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	-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GuardarPartidaAsync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(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IdToken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,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Uid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, partida)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	- PATCH a /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partidasGuardadas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/{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Uid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1495" name="Google Shape;1495;p27">
            <a:extLst>
              <a:ext uri="{FF2B5EF4-FFF2-40B4-BE49-F238E27FC236}">
                <a16:creationId xmlns:a16="http://schemas.microsoft.com/office/drawing/2014/main" id="{0EA12B56-11CB-3B48-9B37-AC9A658776B1}"/>
              </a:ext>
            </a:extLst>
          </p:cNvPr>
          <p:cNvSpPr/>
          <p:nvPr/>
        </p:nvSpPr>
        <p:spPr>
          <a:xfrm rot="5395110">
            <a:off x="307004" y="995954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27">
            <a:extLst>
              <a:ext uri="{FF2B5EF4-FFF2-40B4-BE49-F238E27FC236}">
                <a16:creationId xmlns:a16="http://schemas.microsoft.com/office/drawing/2014/main" id="{D3AAB633-3790-1A66-F0C3-79DEDC0E3DC3}"/>
              </a:ext>
            </a:extLst>
          </p:cNvPr>
          <p:cNvSpPr/>
          <p:nvPr/>
        </p:nvSpPr>
        <p:spPr>
          <a:xfrm>
            <a:off x="7895126" y="513575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27">
            <a:extLst>
              <a:ext uri="{FF2B5EF4-FFF2-40B4-BE49-F238E27FC236}">
                <a16:creationId xmlns:a16="http://schemas.microsoft.com/office/drawing/2014/main" id="{3A4BB4DC-BEDA-CD12-18BE-2362FE41A7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850" y="186128"/>
            <a:ext cx="770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Guardado de Partida</a:t>
            </a:r>
            <a:endParaRPr sz="1800" dirty="0"/>
          </a:p>
        </p:txBody>
      </p:sp>
      <p:sp>
        <p:nvSpPr>
          <p:cNvPr id="1498" name="Google Shape;1498;p27">
            <a:extLst>
              <a:ext uri="{FF2B5EF4-FFF2-40B4-BE49-F238E27FC236}">
                <a16:creationId xmlns:a16="http://schemas.microsoft.com/office/drawing/2014/main" id="{864EF700-53B8-AC41-7BC4-8C70011F4748}"/>
              </a:ext>
            </a:extLst>
          </p:cNvPr>
          <p:cNvSpPr/>
          <p:nvPr/>
        </p:nvSpPr>
        <p:spPr>
          <a:xfrm>
            <a:off x="8280350" y="4007375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9" name="Google Shape;1499;p27">
            <a:extLst>
              <a:ext uri="{FF2B5EF4-FFF2-40B4-BE49-F238E27FC236}">
                <a16:creationId xmlns:a16="http://schemas.microsoft.com/office/drawing/2014/main" id="{3043110E-95B8-CC7C-2952-2E8FBA335381}"/>
              </a:ext>
            </a:extLst>
          </p:cNvPr>
          <p:cNvGrpSpPr/>
          <p:nvPr/>
        </p:nvGrpSpPr>
        <p:grpSpPr>
          <a:xfrm>
            <a:off x="8494150" y="362428"/>
            <a:ext cx="436565" cy="381997"/>
            <a:chOff x="8457665" y="893922"/>
            <a:chExt cx="436565" cy="381997"/>
          </a:xfrm>
        </p:grpSpPr>
        <p:grpSp>
          <p:nvGrpSpPr>
            <p:cNvPr id="1500" name="Google Shape;1500;p27">
              <a:extLst>
                <a:ext uri="{FF2B5EF4-FFF2-40B4-BE49-F238E27FC236}">
                  <a16:creationId xmlns:a16="http://schemas.microsoft.com/office/drawing/2014/main" id="{B8D4FCB9-396D-C6BE-D39E-998B55493B32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01" name="Google Shape;1501;p27">
                <a:extLst>
                  <a:ext uri="{FF2B5EF4-FFF2-40B4-BE49-F238E27FC236}">
                    <a16:creationId xmlns:a16="http://schemas.microsoft.com/office/drawing/2014/main" id="{D7405F17-C359-7349-1057-76D7BFDC775E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7">
                <a:extLst>
                  <a:ext uri="{FF2B5EF4-FFF2-40B4-BE49-F238E27FC236}">
                    <a16:creationId xmlns:a16="http://schemas.microsoft.com/office/drawing/2014/main" id="{998662C6-9DB8-2AD6-BEEC-623687BCC57A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7">
                <a:extLst>
                  <a:ext uri="{FF2B5EF4-FFF2-40B4-BE49-F238E27FC236}">
                    <a16:creationId xmlns:a16="http://schemas.microsoft.com/office/drawing/2014/main" id="{ED7A8F8C-AD9C-A535-9763-91286857CD24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7">
                <a:extLst>
                  <a:ext uri="{FF2B5EF4-FFF2-40B4-BE49-F238E27FC236}">
                    <a16:creationId xmlns:a16="http://schemas.microsoft.com/office/drawing/2014/main" id="{063FF34E-0AF1-0461-6484-211A675A047D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27">
                <a:extLst>
                  <a:ext uri="{FF2B5EF4-FFF2-40B4-BE49-F238E27FC236}">
                    <a16:creationId xmlns:a16="http://schemas.microsoft.com/office/drawing/2014/main" id="{CB90FB91-553E-D459-00C8-FA94806901BF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7">
                <a:extLst>
                  <a:ext uri="{FF2B5EF4-FFF2-40B4-BE49-F238E27FC236}">
                    <a16:creationId xmlns:a16="http://schemas.microsoft.com/office/drawing/2014/main" id="{656928B7-8B6A-F2DC-F8F0-7B243DA1E745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7">
                <a:extLst>
                  <a:ext uri="{FF2B5EF4-FFF2-40B4-BE49-F238E27FC236}">
                    <a16:creationId xmlns:a16="http://schemas.microsoft.com/office/drawing/2014/main" id="{013BD53F-2AEA-DDE1-29AE-2C3442D34CC4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7">
                <a:extLst>
                  <a:ext uri="{FF2B5EF4-FFF2-40B4-BE49-F238E27FC236}">
                    <a16:creationId xmlns:a16="http://schemas.microsoft.com/office/drawing/2014/main" id="{7EFEFEAB-CF79-4F2A-35EF-5B6D60BA693D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7">
                <a:extLst>
                  <a:ext uri="{FF2B5EF4-FFF2-40B4-BE49-F238E27FC236}">
                    <a16:creationId xmlns:a16="http://schemas.microsoft.com/office/drawing/2014/main" id="{4385D2EB-145A-4749-DCDC-8941D4331B4F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7">
                <a:extLst>
                  <a:ext uri="{FF2B5EF4-FFF2-40B4-BE49-F238E27FC236}">
                    <a16:creationId xmlns:a16="http://schemas.microsoft.com/office/drawing/2014/main" id="{DBED6010-95A4-0458-ACB7-D8F372825464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7">
                <a:extLst>
                  <a:ext uri="{FF2B5EF4-FFF2-40B4-BE49-F238E27FC236}">
                    <a16:creationId xmlns:a16="http://schemas.microsoft.com/office/drawing/2014/main" id="{3C208A53-471C-5B83-25E0-8832DF0F987F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7">
                <a:extLst>
                  <a:ext uri="{FF2B5EF4-FFF2-40B4-BE49-F238E27FC236}">
                    <a16:creationId xmlns:a16="http://schemas.microsoft.com/office/drawing/2014/main" id="{5D44DC0D-CC2E-EB6B-412A-03867DBBFBED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7">
                <a:extLst>
                  <a:ext uri="{FF2B5EF4-FFF2-40B4-BE49-F238E27FC236}">
                    <a16:creationId xmlns:a16="http://schemas.microsoft.com/office/drawing/2014/main" id="{4CFBE318-B82D-79A8-EC83-6067221D3CB5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7">
                <a:extLst>
                  <a:ext uri="{FF2B5EF4-FFF2-40B4-BE49-F238E27FC236}">
                    <a16:creationId xmlns:a16="http://schemas.microsoft.com/office/drawing/2014/main" id="{3BDEC2BA-EBBE-E772-A6DD-7F33326B089E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7">
                <a:extLst>
                  <a:ext uri="{FF2B5EF4-FFF2-40B4-BE49-F238E27FC236}">
                    <a16:creationId xmlns:a16="http://schemas.microsoft.com/office/drawing/2014/main" id="{A9722D85-6FE9-BD9B-AACA-0A0168829AA0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7">
                <a:extLst>
                  <a:ext uri="{FF2B5EF4-FFF2-40B4-BE49-F238E27FC236}">
                    <a16:creationId xmlns:a16="http://schemas.microsoft.com/office/drawing/2014/main" id="{E913B9A6-1440-EE97-2F65-111C43745092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7">
                <a:extLst>
                  <a:ext uri="{FF2B5EF4-FFF2-40B4-BE49-F238E27FC236}">
                    <a16:creationId xmlns:a16="http://schemas.microsoft.com/office/drawing/2014/main" id="{DFAD682E-36D1-7CD8-8EC8-25984F9EFB28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7">
                <a:extLst>
                  <a:ext uri="{FF2B5EF4-FFF2-40B4-BE49-F238E27FC236}">
                    <a16:creationId xmlns:a16="http://schemas.microsoft.com/office/drawing/2014/main" id="{D7547A43-30CE-63EB-FE2F-15F39B48030F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7">
                <a:extLst>
                  <a:ext uri="{FF2B5EF4-FFF2-40B4-BE49-F238E27FC236}">
                    <a16:creationId xmlns:a16="http://schemas.microsoft.com/office/drawing/2014/main" id="{289F71F1-6CCC-7B3A-6B10-F732135E0CD1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7">
                <a:extLst>
                  <a:ext uri="{FF2B5EF4-FFF2-40B4-BE49-F238E27FC236}">
                    <a16:creationId xmlns:a16="http://schemas.microsoft.com/office/drawing/2014/main" id="{325DDE7B-2466-D44E-B42C-83E272624805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7">
                <a:extLst>
                  <a:ext uri="{FF2B5EF4-FFF2-40B4-BE49-F238E27FC236}">
                    <a16:creationId xmlns:a16="http://schemas.microsoft.com/office/drawing/2014/main" id="{C5B15BC0-A1DE-0918-2448-02193FA89746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7">
                <a:extLst>
                  <a:ext uri="{FF2B5EF4-FFF2-40B4-BE49-F238E27FC236}">
                    <a16:creationId xmlns:a16="http://schemas.microsoft.com/office/drawing/2014/main" id="{B9BE3E30-7114-D503-D04C-3688E74FC263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7">
                <a:extLst>
                  <a:ext uri="{FF2B5EF4-FFF2-40B4-BE49-F238E27FC236}">
                    <a16:creationId xmlns:a16="http://schemas.microsoft.com/office/drawing/2014/main" id="{769C8139-5925-7061-DAD2-273B4C4C5E68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7">
                <a:extLst>
                  <a:ext uri="{FF2B5EF4-FFF2-40B4-BE49-F238E27FC236}">
                    <a16:creationId xmlns:a16="http://schemas.microsoft.com/office/drawing/2014/main" id="{A4E03FDC-4A00-0E9E-9176-EE2AD773A6AF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7">
                <a:extLst>
                  <a:ext uri="{FF2B5EF4-FFF2-40B4-BE49-F238E27FC236}">
                    <a16:creationId xmlns:a16="http://schemas.microsoft.com/office/drawing/2014/main" id="{2EFB7173-B41D-B63E-CE6A-C8F0B0698AE4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7">
                <a:extLst>
                  <a:ext uri="{FF2B5EF4-FFF2-40B4-BE49-F238E27FC236}">
                    <a16:creationId xmlns:a16="http://schemas.microsoft.com/office/drawing/2014/main" id="{6BBF9D54-D2A8-937C-E8CD-924913E53D33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7">
                <a:extLst>
                  <a:ext uri="{FF2B5EF4-FFF2-40B4-BE49-F238E27FC236}">
                    <a16:creationId xmlns:a16="http://schemas.microsoft.com/office/drawing/2014/main" id="{268929CD-B668-720C-AF57-6DD42C54B90C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7">
                <a:extLst>
                  <a:ext uri="{FF2B5EF4-FFF2-40B4-BE49-F238E27FC236}">
                    <a16:creationId xmlns:a16="http://schemas.microsoft.com/office/drawing/2014/main" id="{E845F98B-798A-2391-2C91-A280373AB2AB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7">
                <a:extLst>
                  <a:ext uri="{FF2B5EF4-FFF2-40B4-BE49-F238E27FC236}">
                    <a16:creationId xmlns:a16="http://schemas.microsoft.com/office/drawing/2014/main" id="{A51AEEEC-3B4C-B48C-4B24-ADF458C3BA43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7">
                <a:extLst>
                  <a:ext uri="{FF2B5EF4-FFF2-40B4-BE49-F238E27FC236}">
                    <a16:creationId xmlns:a16="http://schemas.microsoft.com/office/drawing/2014/main" id="{E17F683C-803F-EE38-FA2A-51305FF33877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7">
                <a:extLst>
                  <a:ext uri="{FF2B5EF4-FFF2-40B4-BE49-F238E27FC236}">
                    <a16:creationId xmlns:a16="http://schemas.microsoft.com/office/drawing/2014/main" id="{FB601BBE-2F40-5D4C-D7C3-BE90EDD02BB1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7">
                <a:extLst>
                  <a:ext uri="{FF2B5EF4-FFF2-40B4-BE49-F238E27FC236}">
                    <a16:creationId xmlns:a16="http://schemas.microsoft.com/office/drawing/2014/main" id="{8569E9B7-C6BE-C7ED-5AE8-CC38432AD195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3" name="Google Shape;1533;p27">
              <a:extLst>
                <a:ext uri="{FF2B5EF4-FFF2-40B4-BE49-F238E27FC236}">
                  <a16:creationId xmlns:a16="http://schemas.microsoft.com/office/drawing/2014/main" id="{E6409ED8-8820-B2EC-AD82-3A7C698CC157}"/>
                </a:ext>
              </a:extLst>
            </p:cNvPr>
            <p:cNvSpPr/>
            <p:nvPr/>
          </p:nvSpPr>
          <p:spPr>
            <a:xfrm>
              <a:off x="8566550" y="1001900"/>
              <a:ext cx="218400" cy="164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4" name="Google Shape;1534;p27">
              <a:extLst>
                <a:ext uri="{FF2B5EF4-FFF2-40B4-BE49-F238E27FC236}">
                  <a16:creationId xmlns:a16="http://schemas.microsoft.com/office/drawing/2014/main" id="{0504A758-48DF-5953-93AE-DC516FAC6258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35" name="Google Shape;1535;p27">
                <a:extLst>
                  <a:ext uri="{FF2B5EF4-FFF2-40B4-BE49-F238E27FC236}">
                    <a16:creationId xmlns:a16="http://schemas.microsoft.com/office/drawing/2014/main" id="{E181844C-0827-034B-D729-7048E4B6DD20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7">
                <a:extLst>
                  <a:ext uri="{FF2B5EF4-FFF2-40B4-BE49-F238E27FC236}">
                    <a16:creationId xmlns:a16="http://schemas.microsoft.com/office/drawing/2014/main" id="{94DCD66C-FF46-AAFC-E405-C376A2D990C2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7">
                <a:extLst>
                  <a:ext uri="{FF2B5EF4-FFF2-40B4-BE49-F238E27FC236}">
                    <a16:creationId xmlns:a16="http://schemas.microsoft.com/office/drawing/2014/main" id="{FA9E34D9-0C89-F547-3987-CB0D0C85B022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7">
                <a:extLst>
                  <a:ext uri="{FF2B5EF4-FFF2-40B4-BE49-F238E27FC236}">
                    <a16:creationId xmlns:a16="http://schemas.microsoft.com/office/drawing/2014/main" id="{17359EE7-FB46-7D1B-09B7-916AB739DB9D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7">
                <a:extLst>
                  <a:ext uri="{FF2B5EF4-FFF2-40B4-BE49-F238E27FC236}">
                    <a16:creationId xmlns:a16="http://schemas.microsoft.com/office/drawing/2014/main" id="{D99FF729-8175-3AAF-1BF0-AE02A8EAC9A1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7">
                <a:extLst>
                  <a:ext uri="{FF2B5EF4-FFF2-40B4-BE49-F238E27FC236}">
                    <a16:creationId xmlns:a16="http://schemas.microsoft.com/office/drawing/2014/main" id="{CF056F87-CD74-18EE-AAA1-BED6FE6DA1DA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7">
                <a:extLst>
                  <a:ext uri="{FF2B5EF4-FFF2-40B4-BE49-F238E27FC236}">
                    <a16:creationId xmlns:a16="http://schemas.microsoft.com/office/drawing/2014/main" id="{8D67D6F0-FFDC-22EB-A4CD-A65AAFF2C0C4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7">
                <a:extLst>
                  <a:ext uri="{FF2B5EF4-FFF2-40B4-BE49-F238E27FC236}">
                    <a16:creationId xmlns:a16="http://schemas.microsoft.com/office/drawing/2014/main" id="{4742AA37-D675-FC82-2468-981448591AC8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7">
                <a:extLst>
                  <a:ext uri="{FF2B5EF4-FFF2-40B4-BE49-F238E27FC236}">
                    <a16:creationId xmlns:a16="http://schemas.microsoft.com/office/drawing/2014/main" id="{12C702FC-BDC0-A502-B1E7-F8E92ABC29AC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7">
                <a:extLst>
                  <a:ext uri="{FF2B5EF4-FFF2-40B4-BE49-F238E27FC236}">
                    <a16:creationId xmlns:a16="http://schemas.microsoft.com/office/drawing/2014/main" id="{F45F6E65-F5B4-9115-4044-7C753399CE13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7">
                <a:extLst>
                  <a:ext uri="{FF2B5EF4-FFF2-40B4-BE49-F238E27FC236}">
                    <a16:creationId xmlns:a16="http://schemas.microsoft.com/office/drawing/2014/main" id="{384B901B-3E8F-27F7-F77F-8555E04E38EC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7">
                <a:extLst>
                  <a:ext uri="{FF2B5EF4-FFF2-40B4-BE49-F238E27FC236}">
                    <a16:creationId xmlns:a16="http://schemas.microsoft.com/office/drawing/2014/main" id="{FB89755B-1EFF-04BC-6614-17B2F220BB92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7">
                <a:extLst>
                  <a:ext uri="{FF2B5EF4-FFF2-40B4-BE49-F238E27FC236}">
                    <a16:creationId xmlns:a16="http://schemas.microsoft.com/office/drawing/2014/main" id="{B642B38C-D1DF-720F-0B43-5C744A69B83C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7">
                <a:extLst>
                  <a:ext uri="{FF2B5EF4-FFF2-40B4-BE49-F238E27FC236}">
                    <a16:creationId xmlns:a16="http://schemas.microsoft.com/office/drawing/2014/main" id="{6433339C-5086-763A-87E8-600E4A85DFD2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7">
                <a:extLst>
                  <a:ext uri="{FF2B5EF4-FFF2-40B4-BE49-F238E27FC236}">
                    <a16:creationId xmlns:a16="http://schemas.microsoft.com/office/drawing/2014/main" id="{16825CAE-B746-A463-E82F-298BE8CE6732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7">
                <a:extLst>
                  <a:ext uri="{FF2B5EF4-FFF2-40B4-BE49-F238E27FC236}">
                    <a16:creationId xmlns:a16="http://schemas.microsoft.com/office/drawing/2014/main" id="{99595E01-E039-97F9-CA57-8CF3DFFA8F95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7">
                <a:extLst>
                  <a:ext uri="{FF2B5EF4-FFF2-40B4-BE49-F238E27FC236}">
                    <a16:creationId xmlns:a16="http://schemas.microsoft.com/office/drawing/2014/main" id="{7DAC1DAD-B694-E787-45EC-4BCAA05E447D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7">
                <a:extLst>
                  <a:ext uri="{FF2B5EF4-FFF2-40B4-BE49-F238E27FC236}">
                    <a16:creationId xmlns:a16="http://schemas.microsoft.com/office/drawing/2014/main" id="{E4767915-52C9-CADE-E52E-1E066D670A64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7">
                <a:extLst>
                  <a:ext uri="{FF2B5EF4-FFF2-40B4-BE49-F238E27FC236}">
                    <a16:creationId xmlns:a16="http://schemas.microsoft.com/office/drawing/2014/main" id="{8427CFE3-82F3-A1CC-9EE6-2D7FBC5394A2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7">
                <a:extLst>
                  <a:ext uri="{FF2B5EF4-FFF2-40B4-BE49-F238E27FC236}">
                    <a16:creationId xmlns:a16="http://schemas.microsoft.com/office/drawing/2014/main" id="{E33D0FCD-51EB-B8C2-774C-F4317A953B8C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7">
                <a:extLst>
                  <a:ext uri="{FF2B5EF4-FFF2-40B4-BE49-F238E27FC236}">
                    <a16:creationId xmlns:a16="http://schemas.microsoft.com/office/drawing/2014/main" id="{666D889F-04DD-0F19-B169-D8E427988C95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7">
                <a:extLst>
                  <a:ext uri="{FF2B5EF4-FFF2-40B4-BE49-F238E27FC236}">
                    <a16:creationId xmlns:a16="http://schemas.microsoft.com/office/drawing/2014/main" id="{735F7AA7-7D2A-0952-33BB-B2690760E307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7">
                <a:extLst>
                  <a:ext uri="{FF2B5EF4-FFF2-40B4-BE49-F238E27FC236}">
                    <a16:creationId xmlns:a16="http://schemas.microsoft.com/office/drawing/2014/main" id="{8C617A38-C634-1A1B-F6CC-361077338B78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7">
                <a:extLst>
                  <a:ext uri="{FF2B5EF4-FFF2-40B4-BE49-F238E27FC236}">
                    <a16:creationId xmlns:a16="http://schemas.microsoft.com/office/drawing/2014/main" id="{F112E1FE-1C60-F589-2614-C33EC98134F8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7">
                <a:extLst>
                  <a:ext uri="{FF2B5EF4-FFF2-40B4-BE49-F238E27FC236}">
                    <a16:creationId xmlns:a16="http://schemas.microsoft.com/office/drawing/2014/main" id="{58B99AAB-C799-4FE3-DAFD-45DFB40D5578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7">
                <a:extLst>
                  <a:ext uri="{FF2B5EF4-FFF2-40B4-BE49-F238E27FC236}">
                    <a16:creationId xmlns:a16="http://schemas.microsoft.com/office/drawing/2014/main" id="{0DAA5D63-AB2D-7422-36DD-32FFA6E64F25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7">
                <a:extLst>
                  <a:ext uri="{FF2B5EF4-FFF2-40B4-BE49-F238E27FC236}">
                    <a16:creationId xmlns:a16="http://schemas.microsoft.com/office/drawing/2014/main" id="{BAF82FDF-65D0-3DF3-D56D-018C9AD5208A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7">
                <a:extLst>
                  <a:ext uri="{FF2B5EF4-FFF2-40B4-BE49-F238E27FC236}">
                    <a16:creationId xmlns:a16="http://schemas.microsoft.com/office/drawing/2014/main" id="{1081F81F-D947-26A3-F620-FCA59EA7E004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7">
                <a:extLst>
                  <a:ext uri="{FF2B5EF4-FFF2-40B4-BE49-F238E27FC236}">
                    <a16:creationId xmlns:a16="http://schemas.microsoft.com/office/drawing/2014/main" id="{8F906983-A494-EC26-66FC-A1BC00E95380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7">
                <a:extLst>
                  <a:ext uri="{FF2B5EF4-FFF2-40B4-BE49-F238E27FC236}">
                    <a16:creationId xmlns:a16="http://schemas.microsoft.com/office/drawing/2014/main" id="{7E5CA0C0-A1EB-5576-EF1B-420184628144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7">
                <a:extLst>
                  <a:ext uri="{FF2B5EF4-FFF2-40B4-BE49-F238E27FC236}">
                    <a16:creationId xmlns:a16="http://schemas.microsoft.com/office/drawing/2014/main" id="{1B236258-FEB8-3AE0-989B-B9741A8B22F0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7">
                <a:extLst>
                  <a:ext uri="{FF2B5EF4-FFF2-40B4-BE49-F238E27FC236}">
                    <a16:creationId xmlns:a16="http://schemas.microsoft.com/office/drawing/2014/main" id="{827753FD-BA7C-8868-D614-D6AB748FFCF7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" name="Imagen 9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0559C332-CA7A-A542-8410-5A31B3148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29" y="2582947"/>
            <a:ext cx="4163075" cy="813784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C87415D-2C25-5935-4FC6-9CE8DA5A9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599" y="3672598"/>
            <a:ext cx="4143953" cy="371527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6" name="Google Shape;1491;p27">
            <a:extLst>
              <a:ext uri="{FF2B5EF4-FFF2-40B4-BE49-F238E27FC236}">
                <a16:creationId xmlns:a16="http://schemas.microsoft.com/office/drawing/2014/main" id="{A7818CCD-458D-9B24-0A88-BE044532028A}"/>
              </a:ext>
            </a:extLst>
          </p:cNvPr>
          <p:cNvSpPr txBox="1"/>
          <p:nvPr/>
        </p:nvSpPr>
        <p:spPr>
          <a:xfrm>
            <a:off x="4830844" y="2674241"/>
            <a:ext cx="4313156" cy="903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Cuando hacemos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login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,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Firebase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nos da el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idToken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, lo mandamos en HTTP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Authorization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, y el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bearer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sirve para demostrar que estamos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logueados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y nos permita guardar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Firebase</a:t>
            </a: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19" name="Imagen 18" descr="Texto&#10;&#10;El contenido generado por IA puede ser incorrecto.">
            <a:extLst>
              <a:ext uri="{FF2B5EF4-FFF2-40B4-BE49-F238E27FC236}">
                <a16:creationId xmlns:a16="http://schemas.microsoft.com/office/drawing/2014/main" id="{57AFE5CF-6CEB-BF9A-5EEC-C7A5B1FE3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64" y="3744935"/>
            <a:ext cx="4163075" cy="1063166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20" name="Google Shape;1491;p27">
            <a:extLst>
              <a:ext uri="{FF2B5EF4-FFF2-40B4-BE49-F238E27FC236}">
                <a16:creationId xmlns:a16="http://schemas.microsoft.com/office/drawing/2014/main" id="{6B8BF82D-EF58-69BA-BC02-5ADA3296BFF3}"/>
              </a:ext>
            </a:extLst>
          </p:cNvPr>
          <p:cNvSpPr txBox="1"/>
          <p:nvPr/>
        </p:nvSpPr>
        <p:spPr>
          <a:xfrm>
            <a:off x="541404" y="3448865"/>
            <a:ext cx="1180518" cy="348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DatosJugador</a:t>
            </a:r>
            <a:endParaRPr lang="es-ES" sz="105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2099877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>
          <a:extLst>
            <a:ext uri="{FF2B5EF4-FFF2-40B4-BE49-F238E27FC236}">
              <a16:creationId xmlns:a16="http://schemas.microsoft.com/office/drawing/2014/main" id="{BC70036F-8D6D-6AB4-3433-06C863807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27">
            <a:extLst>
              <a:ext uri="{FF2B5EF4-FFF2-40B4-BE49-F238E27FC236}">
                <a16:creationId xmlns:a16="http://schemas.microsoft.com/office/drawing/2014/main" id="{5EE9BFB1-3279-D5C3-EAEC-723D24323D9D}"/>
              </a:ext>
            </a:extLst>
          </p:cNvPr>
          <p:cNvSpPr txBox="1"/>
          <p:nvPr/>
        </p:nvSpPr>
        <p:spPr>
          <a:xfrm>
            <a:off x="522631" y="782221"/>
            <a:ext cx="3833978" cy="1789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Leemos teclas Horizontal/Vertical (WASD/flechas) y lo convertimos en una dirección.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Movemos el personaje con el Rigidbody2D (sin gravedad).</a:t>
            </a:r>
            <a:b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</a:b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</a:b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Activamos animación de “andar/parar” y sonidos de pasos.</a:t>
            </a:r>
          </a:p>
        </p:txBody>
      </p:sp>
      <p:sp>
        <p:nvSpPr>
          <p:cNvPr id="1495" name="Google Shape;1495;p27">
            <a:extLst>
              <a:ext uri="{FF2B5EF4-FFF2-40B4-BE49-F238E27FC236}">
                <a16:creationId xmlns:a16="http://schemas.microsoft.com/office/drawing/2014/main" id="{71198F94-2851-522A-D071-8FD80D6522CB}"/>
              </a:ext>
            </a:extLst>
          </p:cNvPr>
          <p:cNvSpPr/>
          <p:nvPr/>
        </p:nvSpPr>
        <p:spPr>
          <a:xfrm rot="5395110">
            <a:off x="308442" y="986739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27">
            <a:extLst>
              <a:ext uri="{FF2B5EF4-FFF2-40B4-BE49-F238E27FC236}">
                <a16:creationId xmlns:a16="http://schemas.microsoft.com/office/drawing/2014/main" id="{6385BFF0-39CF-703F-DEE6-86A770BEEB87}"/>
              </a:ext>
            </a:extLst>
          </p:cNvPr>
          <p:cNvSpPr/>
          <p:nvPr/>
        </p:nvSpPr>
        <p:spPr>
          <a:xfrm>
            <a:off x="7895126" y="513575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27">
            <a:extLst>
              <a:ext uri="{FF2B5EF4-FFF2-40B4-BE49-F238E27FC236}">
                <a16:creationId xmlns:a16="http://schemas.microsoft.com/office/drawing/2014/main" id="{94226E0E-1E24-D2CC-CF0E-564309FC72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849" y="282725"/>
            <a:ext cx="8080621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Movimiento 2D (Rigidbody2D + Animator)</a:t>
            </a:r>
            <a:endParaRPr sz="1800" dirty="0"/>
          </a:p>
        </p:txBody>
      </p:sp>
      <p:sp>
        <p:nvSpPr>
          <p:cNvPr id="1498" name="Google Shape;1498;p27">
            <a:extLst>
              <a:ext uri="{FF2B5EF4-FFF2-40B4-BE49-F238E27FC236}">
                <a16:creationId xmlns:a16="http://schemas.microsoft.com/office/drawing/2014/main" id="{511DB27D-ED31-7462-84F3-8388E926907E}"/>
              </a:ext>
            </a:extLst>
          </p:cNvPr>
          <p:cNvSpPr/>
          <p:nvPr/>
        </p:nvSpPr>
        <p:spPr>
          <a:xfrm>
            <a:off x="8280350" y="4007375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9" name="Google Shape;1499;p27">
            <a:extLst>
              <a:ext uri="{FF2B5EF4-FFF2-40B4-BE49-F238E27FC236}">
                <a16:creationId xmlns:a16="http://schemas.microsoft.com/office/drawing/2014/main" id="{953CD9DA-6900-CC56-ED79-0E015C43DD17}"/>
              </a:ext>
            </a:extLst>
          </p:cNvPr>
          <p:cNvGrpSpPr/>
          <p:nvPr/>
        </p:nvGrpSpPr>
        <p:grpSpPr>
          <a:xfrm>
            <a:off x="8512214" y="822893"/>
            <a:ext cx="436565" cy="381997"/>
            <a:chOff x="8457665" y="893922"/>
            <a:chExt cx="436565" cy="381997"/>
          </a:xfrm>
        </p:grpSpPr>
        <p:grpSp>
          <p:nvGrpSpPr>
            <p:cNvPr id="1500" name="Google Shape;1500;p27">
              <a:extLst>
                <a:ext uri="{FF2B5EF4-FFF2-40B4-BE49-F238E27FC236}">
                  <a16:creationId xmlns:a16="http://schemas.microsoft.com/office/drawing/2014/main" id="{7BD0C0FB-AA42-7384-FD39-972630A48CFB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01" name="Google Shape;1501;p27">
                <a:extLst>
                  <a:ext uri="{FF2B5EF4-FFF2-40B4-BE49-F238E27FC236}">
                    <a16:creationId xmlns:a16="http://schemas.microsoft.com/office/drawing/2014/main" id="{C2A06262-6FE5-2448-81B7-E66E5442C8D7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7">
                <a:extLst>
                  <a:ext uri="{FF2B5EF4-FFF2-40B4-BE49-F238E27FC236}">
                    <a16:creationId xmlns:a16="http://schemas.microsoft.com/office/drawing/2014/main" id="{62F6C626-7A85-25DF-E10F-BF07C96168A4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7">
                <a:extLst>
                  <a:ext uri="{FF2B5EF4-FFF2-40B4-BE49-F238E27FC236}">
                    <a16:creationId xmlns:a16="http://schemas.microsoft.com/office/drawing/2014/main" id="{42A67800-55DB-0804-8703-04688274B3DB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7">
                <a:extLst>
                  <a:ext uri="{FF2B5EF4-FFF2-40B4-BE49-F238E27FC236}">
                    <a16:creationId xmlns:a16="http://schemas.microsoft.com/office/drawing/2014/main" id="{60C692CE-04DC-5E27-6382-48D50D0CE53D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27">
                <a:extLst>
                  <a:ext uri="{FF2B5EF4-FFF2-40B4-BE49-F238E27FC236}">
                    <a16:creationId xmlns:a16="http://schemas.microsoft.com/office/drawing/2014/main" id="{253993AF-7DBE-7D47-207A-CCBACA7A10DF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7">
                <a:extLst>
                  <a:ext uri="{FF2B5EF4-FFF2-40B4-BE49-F238E27FC236}">
                    <a16:creationId xmlns:a16="http://schemas.microsoft.com/office/drawing/2014/main" id="{1EE54728-F112-6BDF-C2D2-715C307E216C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7">
                <a:extLst>
                  <a:ext uri="{FF2B5EF4-FFF2-40B4-BE49-F238E27FC236}">
                    <a16:creationId xmlns:a16="http://schemas.microsoft.com/office/drawing/2014/main" id="{E1EA3B33-64BD-3C35-F301-5547E906F8BA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7">
                <a:extLst>
                  <a:ext uri="{FF2B5EF4-FFF2-40B4-BE49-F238E27FC236}">
                    <a16:creationId xmlns:a16="http://schemas.microsoft.com/office/drawing/2014/main" id="{72ACD085-7B37-DCDA-DBEA-2BDF4F286F21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7">
                <a:extLst>
                  <a:ext uri="{FF2B5EF4-FFF2-40B4-BE49-F238E27FC236}">
                    <a16:creationId xmlns:a16="http://schemas.microsoft.com/office/drawing/2014/main" id="{58D24773-9112-2045-DD8C-482E3A45D0B4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7">
                <a:extLst>
                  <a:ext uri="{FF2B5EF4-FFF2-40B4-BE49-F238E27FC236}">
                    <a16:creationId xmlns:a16="http://schemas.microsoft.com/office/drawing/2014/main" id="{E94178DC-4E2E-F4A7-DEFE-7CC41FCEB372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7">
                <a:extLst>
                  <a:ext uri="{FF2B5EF4-FFF2-40B4-BE49-F238E27FC236}">
                    <a16:creationId xmlns:a16="http://schemas.microsoft.com/office/drawing/2014/main" id="{E58828DA-469B-5730-463D-734D4D4A47BA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7">
                <a:extLst>
                  <a:ext uri="{FF2B5EF4-FFF2-40B4-BE49-F238E27FC236}">
                    <a16:creationId xmlns:a16="http://schemas.microsoft.com/office/drawing/2014/main" id="{760DC183-E212-2306-4476-BED27B2F61C3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7">
                <a:extLst>
                  <a:ext uri="{FF2B5EF4-FFF2-40B4-BE49-F238E27FC236}">
                    <a16:creationId xmlns:a16="http://schemas.microsoft.com/office/drawing/2014/main" id="{92A0A5F5-0666-AA41-E684-D74984007767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7">
                <a:extLst>
                  <a:ext uri="{FF2B5EF4-FFF2-40B4-BE49-F238E27FC236}">
                    <a16:creationId xmlns:a16="http://schemas.microsoft.com/office/drawing/2014/main" id="{77E3A28F-229B-363B-A91E-5A9DE6681895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7">
                <a:extLst>
                  <a:ext uri="{FF2B5EF4-FFF2-40B4-BE49-F238E27FC236}">
                    <a16:creationId xmlns:a16="http://schemas.microsoft.com/office/drawing/2014/main" id="{CC23D561-AB9F-7A54-E9B9-5A4C7681B71E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7">
                <a:extLst>
                  <a:ext uri="{FF2B5EF4-FFF2-40B4-BE49-F238E27FC236}">
                    <a16:creationId xmlns:a16="http://schemas.microsoft.com/office/drawing/2014/main" id="{E03229C4-565D-8946-4400-4190F0560C46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7">
                <a:extLst>
                  <a:ext uri="{FF2B5EF4-FFF2-40B4-BE49-F238E27FC236}">
                    <a16:creationId xmlns:a16="http://schemas.microsoft.com/office/drawing/2014/main" id="{A63A7B53-4436-CD5D-1C07-9AB9F9DE6430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7">
                <a:extLst>
                  <a:ext uri="{FF2B5EF4-FFF2-40B4-BE49-F238E27FC236}">
                    <a16:creationId xmlns:a16="http://schemas.microsoft.com/office/drawing/2014/main" id="{3C9CDE27-4BC8-C71B-20B1-BA14599A6318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7">
                <a:extLst>
                  <a:ext uri="{FF2B5EF4-FFF2-40B4-BE49-F238E27FC236}">
                    <a16:creationId xmlns:a16="http://schemas.microsoft.com/office/drawing/2014/main" id="{841B9B29-B72D-93BC-AF2A-D99A1579ABB3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7">
                <a:extLst>
                  <a:ext uri="{FF2B5EF4-FFF2-40B4-BE49-F238E27FC236}">
                    <a16:creationId xmlns:a16="http://schemas.microsoft.com/office/drawing/2014/main" id="{7B44C2D4-C1EB-BA7A-FDEF-8ADC9FC1BF0F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7">
                <a:extLst>
                  <a:ext uri="{FF2B5EF4-FFF2-40B4-BE49-F238E27FC236}">
                    <a16:creationId xmlns:a16="http://schemas.microsoft.com/office/drawing/2014/main" id="{ED1F28CD-42F8-E28D-EFD3-7483BF28C220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7">
                <a:extLst>
                  <a:ext uri="{FF2B5EF4-FFF2-40B4-BE49-F238E27FC236}">
                    <a16:creationId xmlns:a16="http://schemas.microsoft.com/office/drawing/2014/main" id="{2D3C8BC5-6F02-E337-A2ED-EFE3C857ADA5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7">
                <a:extLst>
                  <a:ext uri="{FF2B5EF4-FFF2-40B4-BE49-F238E27FC236}">
                    <a16:creationId xmlns:a16="http://schemas.microsoft.com/office/drawing/2014/main" id="{9DA182C7-6136-745F-A347-54127FB9C311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7">
                <a:extLst>
                  <a:ext uri="{FF2B5EF4-FFF2-40B4-BE49-F238E27FC236}">
                    <a16:creationId xmlns:a16="http://schemas.microsoft.com/office/drawing/2014/main" id="{5EBEEB28-1881-EBFA-442E-CE8AC4A4660A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7">
                <a:extLst>
                  <a:ext uri="{FF2B5EF4-FFF2-40B4-BE49-F238E27FC236}">
                    <a16:creationId xmlns:a16="http://schemas.microsoft.com/office/drawing/2014/main" id="{12F21DA4-E1F6-0D2C-6199-51ACFE85149C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7">
                <a:extLst>
                  <a:ext uri="{FF2B5EF4-FFF2-40B4-BE49-F238E27FC236}">
                    <a16:creationId xmlns:a16="http://schemas.microsoft.com/office/drawing/2014/main" id="{EAC9E451-1C2A-FCC0-FD19-C336244764F3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7">
                <a:extLst>
                  <a:ext uri="{FF2B5EF4-FFF2-40B4-BE49-F238E27FC236}">
                    <a16:creationId xmlns:a16="http://schemas.microsoft.com/office/drawing/2014/main" id="{58336B52-A803-6B3F-3FC7-EA23A53CDCEB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7">
                <a:extLst>
                  <a:ext uri="{FF2B5EF4-FFF2-40B4-BE49-F238E27FC236}">
                    <a16:creationId xmlns:a16="http://schemas.microsoft.com/office/drawing/2014/main" id="{4F4FDD8E-02C8-D8B5-AC03-E56EC233AD1C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7">
                <a:extLst>
                  <a:ext uri="{FF2B5EF4-FFF2-40B4-BE49-F238E27FC236}">
                    <a16:creationId xmlns:a16="http://schemas.microsoft.com/office/drawing/2014/main" id="{21093E2C-D5AF-B827-A483-427937B26C2C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7">
                <a:extLst>
                  <a:ext uri="{FF2B5EF4-FFF2-40B4-BE49-F238E27FC236}">
                    <a16:creationId xmlns:a16="http://schemas.microsoft.com/office/drawing/2014/main" id="{5EF33C0F-5F59-A4BF-D72A-A06E4E575916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7">
                <a:extLst>
                  <a:ext uri="{FF2B5EF4-FFF2-40B4-BE49-F238E27FC236}">
                    <a16:creationId xmlns:a16="http://schemas.microsoft.com/office/drawing/2014/main" id="{76BD5D2A-EDFF-2CF3-2EF0-A58BA7011DDC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7">
                <a:extLst>
                  <a:ext uri="{FF2B5EF4-FFF2-40B4-BE49-F238E27FC236}">
                    <a16:creationId xmlns:a16="http://schemas.microsoft.com/office/drawing/2014/main" id="{489E97DE-57AC-0470-9782-4D30D9F70D64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3" name="Google Shape;1533;p27">
              <a:extLst>
                <a:ext uri="{FF2B5EF4-FFF2-40B4-BE49-F238E27FC236}">
                  <a16:creationId xmlns:a16="http://schemas.microsoft.com/office/drawing/2014/main" id="{984D5CEA-6E26-769F-51C3-E99BA6B29E50}"/>
                </a:ext>
              </a:extLst>
            </p:cNvPr>
            <p:cNvSpPr/>
            <p:nvPr/>
          </p:nvSpPr>
          <p:spPr>
            <a:xfrm>
              <a:off x="8566550" y="1001900"/>
              <a:ext cx="218400" cy="164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4" name="Google Shape;1534;p27">
              <a:extLst>
                <a:ext uri="{FF2B5EF4-FFF2-40B4-BE49-F238E27FC236}">
                  <a16:creationId xmlns:a16="http://schemas.microsoft.com/office/drawing/2014/main" id="{FB8CC44D-DC09-04B5-F933-942C7273583D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35" name="Google Shape;1535;p27">
                <a:extLst>
                  <a:ext uri="{FF2B5EF4-FFF2-40B4-BE49-F238E27FC236}">
                    <a16:creationId xmlns:a16="http://schemas.microsoft.com/office/drawing/2014/main" id="{A21DE958-2FF0-D773-05E3-32A968048BC4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7">
                <a:extLst>
                  <a:ext uri="{FF2B5EF4-FFF2-40B4-BE49-F238E27FC236}">
                    <a16:creationId xmlns:a16="http://schemas.microsoft.com/office/drawing/2014/main" id="{392BCF72-136D-AEFA-A0BB-CE9AAF3236AB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7">
                <a:extLst>
                  <a:ext uri="{FF2B5EF4-FFF2-40B4-BE49-F238E27FC236}">
                    <a16:creationId xmlns:a16="http://schemas.microsoft.com/office/drawing/2014/main" id="{267ACAF4-6EE7-13B3-04DA-C7361CD63CA7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7">
                <a:extLst>
                  <a:ext uri="{FF2B5EF4-FFF2-40B4-BE49-F238E27FC236}">
                    <a16:creationId xmlns:a16="http://schemas.microsoft.com/office/drawing/2014/main" id="{7D561FBC-9257-6985-BC2F-815ABDE91F6F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7">
                <a:extLst>
                  <a:ext uri="{FF2B5EF4-FFF2-40B4-BE49-F238E27FC236}">
                    <a16:creationId xmlns:a16="http://schemas.microsoft.com/office/drawing/2014/main" id="{B03F2EB5-C5E4-0AA0-34C0-F9FBD61A1866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7">
                <a:extLst>
                  <a:ext uri="{FF2B5EF4-FFF2-40B4-BE49-F238E27FC236}">
                    <a16:creationId xmlns:a16="http://schemas.microsoft.com/office/drawing/2014/main" id="{3C0FA785-C8BE-F640-F1FB-DA7293FE8E1E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7">
                <a:extLst>
                  <a:ext uri="{FF2B5EF4-FFF2-40B4-BE49-F238E27FC236}">
                    <a16:creationId xmlns:a16="http://schemas.microsoft.com/office/drawing/2014/main" id="{B07FBF35-30C6-9244-56ED-7AA22E70DFB5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7">
                <a:extLst>
                  <a:ext uri="{FF2B5EF4-FFF2-40B4-BE49-F238E27FC236}">
                    <a16:creationId xmlns:a16="http://schemas.microsoft.com/office/drawing/2014/main" id="{68C8F9B4-7A1C-4B8D-AA2E-FCA673AF7169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7">
                <a:extLst>
                  <a:ext uri="{FF2B5EF4-FFF2-40B4-BE49-F238E27FC236}">
                    <a16:creationId xmlns:a16="http://schemas.microsoft.com/office/drawing/2014/main" id="{2FDA9725-9EA7-AC3C-1F3C-6B028189F530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7">
                <a:extLst>
                  <a:ext uri="{FF2B5EF4-FFF2-40B4-BE49-F238E27FC236}">
                    <a16:creationId xmlns:a16="http://schemas.microsoft.com/office/drawing/2014/main" id="{3044F21D-7C84-4B45-FDC7-7626F15CB343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7">
                <a:extLst>
                  <a:ext uri="{FF2B5EF4-FFF2-40B4-BE49-F238E27FC236}">
                    <a16:creationId xmlns:a16="http://schemas.microsoft.com/office/drawing/2014/main" id="{5962A6EA-ADD3-E84B-0317-10A562F40F63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7">
                <a:extLst>
                  <a:ext uri="{FF2B5EF4-FFF2-40B4-BE49-F238E27FC236}">
                    <a16:creationId xmlns:a16="http://schemas.microsoft.com/office/drawing/2014/main" id="{CA7C16FE-525E-E04D-F894-E4650390A9AC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7">
                <a:extLst>
                  <a:ext uri="{FF2B5EF4-FFF2-40B4-BE49-F238E27FC236}">
                    <a16:creationId xmlns:a16="http://schemas.microsoft.com/office/drawing/2014/main" id="{360EBD4B-3DAD-8332-DC23-59EDA51F288C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7">
                <a:extLst>
                  <a:ext uri="{FF2B5EF4-FFF2-40B4-BE49-F238E27FC236}">
                    <a16:creationId xmlns:a16="http://schemas.microsoft.com/office/drawing/2014/main" id="{77C5DA81-4BCE-EBA6-CFD7-61AB50F38C5D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7">
                <a:extLst>
                  <a:ext uri="{FF2B5EF4-FFF2-40B4-BE49-F238E27FC236}">
                    <a16:creationId xmlns:a16="http://schemas.microsoft.com/office/drawing/2014/main" id="{14B68896-1A11-139A-5612-AE0392725235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7">
                <a:extLst>
                  <a:ext uri="{FF2B5EF4-FFF2-40B4-BE49-F238E27FC236}">
                    <a16:creationId xmlns:a16="http://schemas.microsoft.com/office/drawing/2014/main" id="{58927A97-A75D-1611-A97D-1712FBCD813E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7">
                <a:extLst>
                  <a:ext uri="{FF2B5EF4-FFF2-40B4-BE49-F238E27FC236}">
                    <a16:creationId xmlns:a16="http://schemas.microsoft.com/office/drawing/2014/main" id="{39C95EDD-6D43-40BA-25C0-1BBC5A2C3373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7">
                <a:extLst>
                  <a:ext uri="{FF2B5EF4-FFF2-40B4-BE49-F238E27FC236}">
                    <a16:creationId xmlns:a16="http://schemas.microsoft.com/office/drawing/2014/main" id="{A622E6B7-4332-7AB2-9FBC-68217C12440B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7">
                <a:extLst>
                  <a:ext uri="{FF2B5EF4-FFF2-40B4-BE49-F238E27FC236}">
                    <a16:creationId xmlns:a16="http://schemas.microsoft.com/office/drawing/2014/main" id="{18F9506E-3CF5-AEFE-CA8D-548BF2E72BDA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7">
                <a:extLst>
                  <a:ext uri="{FF2B5EF4-FFF2-40B4-BE49-F238E27FC236}">
                    <a16:creationId xmlns:a16="http://schemas.microsoft.com/office/drawing/2014/main" id="{3EECEA79-05B0-C412-64F9-40785A601D5E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7">
                <a:extLst>
                  <a:ext uri="{FF2B5EF4-FFF2-40B4-BE49-F238E27FC236}">
                    <a16:creationId xmlns:a16="http://schemas.microsoft.com/office/drawing/2014/main" id="{028E32BA-2995-DE29-E57A-E631C37D8D8B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7">
                <a:extLst>
                  <a:ext uri="{FF2B5EF4-FFF2-40B4-BE49-F238E27FC236}">
                    <a16:creationId xmlns:a16="http://schemas.microsoft.com/office/drawing/2014/main" id="{82708537-676A-70EE-09C2-F7F04F168EB6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7">
                <a:extLst>
                  <a:ext uri="{FF2B5EF4-FFF2-40B4-BE49-F238E27FC236}">
                    <a16:creationId xmlns:a16="http://schemas.microsoft.com/office/drawing/2014/main" id="{A313DC1E-92B3-C7E0-04C5-25827F525260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7">
                <a:extLst>
                  <a:ext uri="{FF2B5EF4-FFF2-40B4-BE49-F238E27FC236}">
                    <a16:creationId xmlns:a16="http://schemas.microsoft.com/office/drawing/2014/main" id="{C854E585-57C9-CD47-DD48-FFD6534AD5AC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7">
                <a:extLst>
                  <a:ext uri="{FF2B5EF4-FFF2-40B4-BE49-F238E27FC236}">
                    <a16:creationId xmlns:a16="http://schemas.microsoft.com/office/drawing/2014/main" id="{16484B81-C50A-591E-C8A1-ACC517D1E386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7">
                <a:extLst>
                  <a:ext uri="{FF2B5EF4-FFF2-40B4-BE49-F238E27FC236}">
                    <a16:creationId xmlns:a16="http://schemas.microsoft.com/office/drawing/2014/main" id="{05B91961-D868-47E2-830E-794CA72D70F7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7">
                <a:extLst>
                  <a:ext uri="{FF2B5EF4-FFF2-40B4-BE49-F238E27FC236}">
                    <a16:creationId xmlns:a16="http://schemas.microsoft.com/office/drawing/2014/main" id="{595B40D1-A661-28F9-4E6A-9796B896E6FA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7">
                <a:extLst>
                  <a:ext uri="{FF2B5EF4-FFF2-40B4-BE49-F238E27FC236}">
                    <a16:creationId xmlns:a16="http://schemas.microsoft.com/office/drawing/2014/main" id="{16553393-3A41-8246-DB02-7246FBFE611C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7">
                <a:extLst>
                  <a:ext uri="{FF2B5EF4-FFF2-40B4-BE49-F238E27FC236}">
                    <a16:creationId xmlns:a16="http://schemas.microsoft.com/office/drawing/2014/main" id="{07E2E866-FB7A-0F35-3F4B-4E054A0415C2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7">
                <a:extLst>
                  <a:ext uri="{FF2B5EF4-FFF2-40B4-BE49-F238E27FC236}">
                    <a16:creationId xmlns:a16="http://schemas.microsoft.com/office/drawing/2014/main" id="{AA0347D1-7C4E-F3EC-33C0-47A79B2937D9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7">
                <a:extLst>
                  <a:ext uri="{FF2B5EF4-FFF2-40B4-BE49-F238E27FC236}">
                    <a16:creationId xmlns:a16="http://schemas.microsoft.com/office/drawing/2014/main" id="{E75224E1-4437-DF06-885E-AF09778B0B3C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7">
                <a:extLst>
                  <a:ext uri="{FF2B5EF4-FFF2-40B4-BE49-F238E27FC236}">
                    <a16:creationId xmlns:a16="http://schemas.microsoft.com/office/drawing/2014/main" id="{D3D9B468-EF04-1408-439A-95B71E9097A3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1491;p27">
            <a:extLst>
              <a:ext uri="{FF2B5EF4-FFF2-40B4-BE49-F238E27FC236}">
                <a16:creationId xmlns:a16="http://schemas.microsoft.com/office/drawing/2014/main" id="{EAE5BE26-97AD-A066-61B6-4569D17CC98B}"/>
              </a:ext>
            </a:extLst>
          </p:cNvPr>
          <p:cNvSpPr txBox="1"/>
          <p:nvPr/>
        </p:nvSpPr>
        <p:spPr>
          <a:xfrm>
            <a:off x="4760088" y="782221"/>
            <a:ext cx="3833978" cy="73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Para mirar en las 4 direcciones:</a:t>
            </a: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9A29C36B-B25B-EB67-A683-6382D849E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49" y="1515035"/>
            <a:ext cx="2298006" cy="825251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437017FF-E2C2-2177-D7D8-BAC35CE7C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55" y="3086662"/>
            <a:ext cx="4040904" cy="920713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705E7B80-8D51-EE07-285F-A141D2EE6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3765" y="4075489"/>
            <a:ext cx="3658111" cy="571580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666762B0-6290-8C1A-2A47-1FC748F038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2493" y="1214340"/>
            <a:ext cx="3279204" cy="1580921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2" name="Imagen 11" descr="Imagen de la 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B2A478DF-B464-99EC-D59A-84C4B54DE8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0763" y="2842442"/>
            <a:ext cx="1962663" cy="1086718"/>
          </a:xfrm>
          <a:prstGeom prst="rect">
            <a:avLst/>
          </a:prstGeom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1241266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>
          <a:extLst>
            <a:ext uri="{FF2B5EF4-FFF2-40B4-BE49-F238E27FC236}">
              <a16:creationId xmlns:a16="http://schemas.microsoft.com/office/drawing/2014/main" id="{934FD9F0-F442-A780-FC3A-4E606B842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27">
            <a:extLst>
              <a:ext uri="{FF2B5EF4-FFF2-40B4-BE49-F238E27FC236}">
                <a16:creationId xmlns:a16="http://schemas.microsoft.com/office/drawing/2014/main" id="{309E924B-0FFD-BFB9-BEA0-3246D9205C36}"/>
              </a:ext>
            </a:extLst>
          </p:cNvPr>
          <p:cNvSpPr/>
          <p:nvPr/>
        </p:nvSpPr>
        <p:spPr>
          <a:xfrm rot="5395110">
            <a:off x="308442" y="986739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27">
            <a:extLst>
              <a:ext uri="{FF2B5EF4-FFF2-40B4-BE49-F238E27FC236}">
                <a16:creationId xmlns:a16="http://schemas.microsoft.com/office/drawing/2014/main" id="{78856176-DF36-3622-5B2C-7C64F59EDDA0}"/>
              </a:ext>
            </a:extLst>
          </p:cNvPr>
          <p:cNvSpPr/>
          <p:nvPr/>
        </p:nvSpPr>
        <p:spPr>
          <a:xfrm>
            <a:off x="7895126" y="513575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27">
            <a:extLst>
              <a:ext uri="{FF2B5EF4-FFF2-40B4-BE49-F238E27FC236}">
                <a16:creationId xmlns:a16="http://schemas.microsoft.com/office/drawing/2014/main" id="{8727EEFB-F580-8C66-5E77-02BF546E04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849" y="282725"/>
            <a:ext cx="8080621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Ataque melee (Espada)</a:t>
            </a:r>
            <a:endParaRPr sz="1800" dirty="0"/>
          </a:p>
        </p:txBody>
      </p:sp>
      <p:sp>
        <p:nvSpPr>
          <p:cNvPr id="1498" name="Google Shape;1498;p27">
            <a:extLst>
              <a:ext uri="{FF2B5EF4-FFF2-40B4-BE49-F238E27FC236}">
                <a16:creationId xmlns:a16="http://schemas.microsoft.com/office/drawing/2014/main" id="{8BE988F0-409F-B1C6-857A-57056569C0BB}"/>
              </a:ext>
            </a:extLst>
          </p:cNvPr>
          <p:cNvSpPr/>
          <p:nvPr/>
        </p:nvSpPr>
        <p:spPr>
          <a:xfrm>
            <a:off x="8280350" y="4007375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9" name="Google Shape;1499;p27">
            <a:extLst>
              <a:ext uri="{FF2B5EF4-FFF2-40B4-BE49-F238E27FC236}">
                <a16:creationId xmlns:a16="http://schemas.microsoft.com/office/drawing/2014/main" id="{AE033B25-2A1D-D964-8243-7A2B2A57FE16}"/>
              </a:ext>
            </a:extLst>
          </p:cNvPr>
          <p:cNvGrpSpPr/>
          <p:nvPr/>
        </p:nvGrpSpPr>
        <p:grpSpPr>
          <a:xfrm>
            <a:off x="8512214" y="822893"/>
            <a:ext cx="436565" cy="381997"/>
            <a:chOff x="8457665" y="893922"/>
            <a:chExt cx="436565" cy="381997"/>
          </a:xfrm>
        </p:grpSpPr>
        <p:grpSp>
          <p:nvGrpSpPr>
            <p:cNvPr id="1500" name="Google Shape;1500;p27">
              <a:extLst>
                <a:ext uri="{FF2B5EF4-FFF2-40B4-BE49-F238E27FC236}">
                  <a16:creationId xmlns:a16="http://schemas.microsoft.com/office/drawing/2014/main" id="{49B6F0A1-7B5B-DEFB-1525-4A3702531F81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01" name="Google Shape;1501;p27">
                <a:extLst>
                  <a:ext uri="{FF2B5EF4-FFF2-40B4-BE49-F238E27FC236}">
                    <a16:creationId xmlns:a16="http://schemas.microsoft.com/office/drawing/2014/main" id="{13E9EC3F-EFD1-1837-FC73-97D61FA5CD7F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7">
                <a:extLst>
                  <a:ext uri="{FF2B5EF4-FFF2-40B4-BE49-F238E27FC236}">
                    <a16:creationId xmlns:a16="http://schemas.microsoft.com/office/drawing/2014/main" id="{574D72C8-60FA-0B4B-641F-CA762C7F659D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7">
                <a:extLst>
                  <a:ext uri="{FF2B5EF4-FFF2-40B4-BE49-F238E27FC236}">
                    <a16:creationId xmlns:a16="http://schemas.microsoft.com/office/drawing/2014/main" id="{D8E2F8CA-3A9D-F9E4-20D2-694CFE422DC5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7">
                <a:extLst>
                  <a:ext uri="{FF2B5EF4-FFF2-40B4-BE49-F238E27FC236}">
                    <a16:creationId xmlns:a16="http://schemas.microsoft.com/office/drawing/2014/main" id="{B6FF895C-2CAA-426E-B04E-FA4E15FCB352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27">
                <a:extLst>
                  <a:ext uri="{FF2B5EF4-FFF2-40B4-BE49-F238E27FC236}">
                    <a16:creationId xmlns:a16="http://schemas.microsoft.com/office/drawing/2014/main" id="{64202A17-5368-D6F7-55FE-255CDD1F132A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7">
                <a:extLst>
                  <a:ext uri="{FF2B5EF4-FFF2-40B4-BE49-F238E27FC236}">
                    <a16:creationId xmlns:a16="http://schemas.microsoft.com/office/drawing/2014/main" id="{6E24C2AC-2B32-80E1-F1CA-C6BEFE66246B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7">
                <a:extLst>
                  <a:ext uri="{FF2B5EF4-FFF2-40B4-BE49-F238E27FC236}">
                    <a16:creationId xmlns:a16="http://schemas.microsoft.com/office/drawing/2014/main" id="{8E0232FE-2D76-6A6C-7251-C6DA513F19F2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7">
                <a:extLst>
                  <a:ext uri="{FF2B5EF4-FFF2-40B4-BE49-F238E27FC236}">
                    <a16:creationId xmlns:a16="http://schemas.microsoft.com/office/drawing/2014/main" id="{4D7388BE-CE5B-114A-726C-8D06FF26F268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7">
                <a:extLst>
                  <a:ext uri="{FF2B5EF4-FFF2-40B4-BE49-F238E27FC236}">
                    <a16:creationId xmlns:a16="http://schemas.microsoft.com/office/drawing/2014/main" id="{33942728-CA7E-0762-4079-AF650E4AAF56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7">
                <a:extLst>
                  <a:ext uri="{FF2B5EF4-FFF2-40B4-BE49-F238E27FC236}">
                    <a16:creationId xmlns:a16="http://schemas.microsoft.com/office/drawing/2014/main" id="{920722DF-8CC1-3A5C-BA08-79529F1593EA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7">
                <a:extLst>
                  <a:ext uri="{FF2B5EF4-FFF2-40B4-BE49-F238E27FC236}">
                    <a16:creationId xmlns:a16="http://schemas.microsoft.com/office/drawing/2014/main" id="{83D6ED19-3D77-1428-17D7-6523C0B1B412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7">
                <a:extLst>
                  <a:ext uri="{FF2B5EF4-FFF2-40B4-BE49-F238E27FC236}">
                    <a16:creationId xmlns:a16="http://schemas.microsoft.com/office/drawing/2014/main" id="{99C5D844-2EAD-209F-3027-08C7A723E37D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7">
                <a:extLst>
                  <a:ext uri="{FF2B5EF4-FFF2-40B4-BE49-F238E27FC236}">
                    <a16:creationId xmlns:a16="http://schemas.microsoft.com/office/drawing/2014/main" id="{BF4D9DE3-BD57-B375-916E-C91374249855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7">
                <a:extLst>
                  <a:ext uri="{FF2B5EF4-FFF2-40B4-BE49-F238E27FC236}">
                    <a16:creationId xmlns:a16="http://schemas.microsoft.com/office/drawing/2014/main" id="{772E58A6-38B9-7878-83DC-9200C7F29C49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7">
                <a:extLst>
                  <a:ext uri="{FF2B5EF4-FFF2-40B4-BE49-F238E27FC236}">
                    <a16:creationId xmlns:a16="http://schemas.microsoft.com/office/drawing/2014/main" id="{22471F7B-3A98-0835-BD75-DA5075111080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7">
                <a:extLst>
                  <a:ext uri="{FF2B5EF4-FFF2-40B4-BE49-F238E27FC236}">
                    <a16:creationId xmlns:a16="http://schemas.microsoft.com/office/drawing/2014/main" id="{B534FCAD-CD50-5C6C-2FEB-EEF82C13FA54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7">
                <a:extLst>
                  <a:ext uri="{FF2B5EF4-FFF2-40B4-BE49-F238E27FC236}">
                    <a16:creationId xmlns:a16="http://schemas.microsoft.com/office/drawing/2014/main" id="{653F2F2C-B31F-BCE6-3B23-6131D132C8B6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7">
                <a:extLst>
                  <a:ext uri="{FF2B5EF4-FFF2-40B4-BE49-F238E27FC236}">
                    <a16:creationId xmlns:a16="http://schemas.microsoft.com/office/drawing/2014/main" id="{DB0CBC82-F394-A519-4B2E-D1BDFB4696EE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7">
                <a:extLst>
                  <a:ext uri="{FF2B5EF4-FFF2-40B4-BE49-F238E27FC236}">
                    <a16:creationId xmlns:a16="http://schemas.microsoft.com/office/drawing/2014/main" id="{1619D2B8-9342-6DDA-DE77-BB05F32AEC68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7">
                <a:extLst>
                  <a:ext uri="{FF2B5EF4-FFF2-40B4-BE49-F238E27FC236}">
                    <a16:creationId xmlns:a16="http://schemas.microsoft.com/office/drawing/2014/main" id="{88C850C9-30E7-E386-6822-E1538411D45D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7">
                <a:extLst>
                  <a:ext uri="{FF2B5EF4-FFF2-40B4-BE49-F238E27FC236}">
                    <a16:creationId xmlns:a16="http://schemas.microsoft.com/office/drawing/2014/main" id="{17EFC805-106F-6676-3987-5CCD20629EAE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7">
                <a:extLst>
                  <a:ext uri="{FF2B5EF4-FFF2-40B4-BE49-F238E27FC236}">
                    <a16:creationId xmlns:a16="http://schemas.microsoft.com/office/drawing/2014/main" id="{702A1579-F1AD-026B-D3E3-5E520E5DDA51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7">
                <a:extLst>
                  <a:ext uri="{FF2B5EF4-FFF2-40B4-BE49-F238E27FC236}">
                    <a16:creationId xmlns:a16="http://schemas.microsoft.com/office/drawing/2014/main" id="{A4068472-F074-71C1-BB8F-FBD9702A3ABC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7">
                <a:extLst>
                  <a:ext uri="{FF2B5EF4-FFF2-40B4-BE49-F238E27FC236}">
                    <a16:creationId xmlns:a16="http://schemas.microsoft.com/office/drawing/2014/main" id="{1D954A10-1783-1D52-66E8-1B2D0CA22CB0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7">
                <a:extLst>
                  <a:ext uri="{FF2B5EF4-FFF2-40B4-BE49-F238E27FC236}">
                    <a16:creationId xmlns:a16="http://schemas.microsoft.com/office/drawing/2014/main" id="{08DBFD60-109D-B4B5-B7DE-79AA83058DCB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7">
                <a:extLst>
                  <a:ext uri="{FF2B5EF4-FFF2-40B4-BE49-F238E27FC236}">
                    <a16:creationId xmlns:a16="http://schemas.microsoft.com/office/drawing/2014/main" id="{B26E0EC2-5245-C746-4F64-43032C0D1277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7">
                <a:extLst>
                  <a:ext uri="{FF2B5EF4-FFF2-40B4-BE49-F238E27FC236}">
                    <a16:creationId xmlns:a16="http://schemas.microsoft.com/office/drawing/2014/main" id="{E33ECCF7-E8CD-948D-2209-6FDC139B4E11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7">
                <a:extLst>
                  <a:ext uri="{FF2B5EF4-FFF2-40B4-BE49-F238E27FC236}">
                    <a16:creationId xmlns:a16="http://schemas.microsoft.com/office/drawing/2014/main" id="{3A90F8DE-0D62-C930-19D1-EC2B3AC7FB4F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7">
                <a:extLst>
                  <a:ext uri="{FF2B5EF4-FFF2-40B4-BE49-F238E27FC236}">
                    <a16:creationId xmlns:a16="http://schemas.microsoft.com/office/drawing/2014/main" id="{410EE46B-4940-3F48-7C85-CDE75AC3C1D3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7">
                <a:extLst>
                  <a:ext uri="{FF2B5EF4-FFF2-40B4-BE49-F238E27FC236}">
                    <a16:creationId xmlns:a16="http://schemas.microsoft.com/office/drawing/2014/main" id="{215E03BD-15BF-DB09-BB76-2F1CDC656E84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7">
                <a:extLst>
                  <a:ext uri="{FF2B5EF4-FFF2-40B4-BE49-F238E27FC236}">
                    <a16:creationId xmlns:a16="http://schemas.microsoft.com/office/drawing/2014/main" id="{42D7C899-A3A8-8781-BF12-02C032FAB67A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7">
                <a:extLst>
                  <a:ext uri="{FF2B5EF4-FFF2-40B4-BE49-F238E27FC236}">
                    <a16:creationId xmlns:a16="http://schemas.microsoft.com/office/drawing/2014/main" id="{757FB229-0581-1663-7E83-9D36E98D5AA9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3" name="Google Shape;1533;p27">
              <a:extLst>
                <a:ext uri="{FF2B5EF4-FFF2-40B4-BE49-F238E27FC236}">
                  <a16:creationId xmlns:a16="http://schemas.microsoft.com/office/drawing/2014/main" id="{BAF3813D-5046-EDC1-85F9-7436174AE80E}"/>
                </a:ext>
              </a:extLst>
            </p:cNvPr>
            <p:cNvSpPr/>
            <p:nvPr/>
          </p:nvSpPr>
          <p:spPr>
            <a:xfrm>
              <a:off x="8566550" y="1001900"/>
              <a:ext cx="218400" cy="164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4" name="Google Shape;1534;p27">
              <a:extLst>
                <a:ext uri="{FF2B5EF4-FFF2-40B4-BE49-F238E27FC236}">
                  <a16:creationId xmlns:a16="http://schemas.microsoft.com/office/drawing/2014/main" id="{CED11E5B-3497-F1B7-9672-63AF9D1F21FA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35" name="Google Shape;1535;p27">
                <a:extLst>
                  <a:ext uri="{FF2B5EF4-FFF2-40B4-BE49-F238E27FC236}">
                    <a16:creationId xmlns:a16="http://schemas.microsoft.com/office/drawing/2014/main" id="{44883645-D2AC-4463-6685-A65401E673F7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7">
                <a:extLst>
                  <a:ext uri="{FF2B5EF4-FFF2-40B4-BE49-F238E27FC236}">
                    <a16:creationId xmlns:a16="http://schemas.microsoft.com/office/drawing/2014/main" id="{F749148A-B887-10EE-41BF-E3933FF1641D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7">
                <a:extLst>
                  <a:ext uri="{FF2B5EF4-FFF2-40B4-BE49-F238E27FC236}">
                    <a16:creationId xmlns:a16="http://schemas.microsoft.com/office/drawing/2014/main" id="{2A657996-E1D3-45E2-E36C-C15FBAD2E645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7">
                <a:extLst>
                  <a:ext uri="{FF2B5EF4-FFF2-40B4-BE49-F238E27FC236}">
                    <a16:creationId xmlns:a16="http://schemas.microsoft.com/office/drawing/2014/main" id="{CE5ACB41-E6D5-CFB8-17BB-2DBED9A35540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7">
                <a:extLst>
                  <a:ext uri="{FF2B5EF4-FFF2-40B4-BE49-F238E27FC236}">
                    <a16:creationId xmlns:a16="http://schemas.microsoft.com/office/drawing/2014/main" id="{297BDC15-FF63-9EE2-392E-8D7A7973FC3D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7">
                <a:extLst>
                  <a:ext uri="{FF2B5EF4-FFF2-40B4-BE49-F238E27FC236}">
                    <a16:creationId xmlns:a16="http://schemas.microsoft.com/office/drawing/2014/main" id="{16AD57F8-FE8A-FCFE-BA5B-48F44C05DD31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7">
                <a:extLst>
                  <a:ext uri="{FF2B5EF4-FFF2-40B4-BE49-F238E27FC236}">
                    <a16:creationId xmlns:a16="http://schemas.microsoft.com/office/drawing/2014/main" id="{1A3B3C00-B478-6C8B-1FF7-180DC68C02F5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7">
                <a:extLst>
                  <a:ext uri="{FF2B5EF4-FFF2-40B4-BE49-F238E27FC236}">
                    <a16:creationId xmlns:a16="http://schemas.microsoft.com/office/drawing/2014/main" id="{9E6B35EB-6D3E-517B-D06C-77D7171D8022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7">
                <a:extLst>
                  <a:ext uri="{FF2B5EF4-FFF2-40B4-BE49-F238E27FC236}">
                    <a16:creationId xmlns:a16="http://schemas.microsoft.com/office/drawing/2014/main" id="{2B0C2F7F-7AA4-63CD-BADB-654176162C44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7">
                <a:extLst>
                  <a:ext uri="{FF2B5EF4-FFF2-40B4-BE49-F238E27FC236}">
                    <a16:creationId xmlns:a16="http://schemas.microsoft.com/office/drawing/2014/main" id="{5F2B5BDB-01CE-FDF5-EF73-1059B266954D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7">
                <a:extLst>
                  <a:ext uri="{FF2B5EF4-FFF2-40B4-BE49-F238E27FC236}">
                    <a16:creationId xmlns:a16="http://schemas.microsoft.com/office/drawing/2014/main" id="{C4C9FB29-DC28-E057-59C7-A82B1B1259BA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7">
                <a:extLst>
                  <a:ext uri="{FF2B5EF4-FFF2-40B4-BE49-F238E27FC236}">
                    <a16:creationId xmlns:a16="http://schemas.microsoft.com/office/drawing/2014/main" id="{9CA61013-869D-9C6C-8E3F-7F7C7A05E328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7">
                <a:extLst>
                  <a:ext uri="{FF2B5EF4-FFF2-40B4-BE49-F238E27FC236}">
                    <a16:creationId xmlns:a16="http://schemas.microsoft.com/office/drawing/2014/main" id="{85219899-9EB8-970F-D397-F3FFCA4956EB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7">
                <a:extLst>
                  <a:ext uri="{FF2B5EF4-FFF2-40B4-BE49-F238E27FC236}">
                    <a16:creationId xmlns:a16="http://schemas.microsoft.com/office/drawing/2014/main" id="{7F23CD2A-EA50-53F7-FB29-9106813AEDBE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7">
                <a:extLst>
                  <a:ext uri="{FF2B5EF4-FFF2-40B4-BE49-F238E27FC236}">
                    <a16:creationId xmlns:a16="http://schemas.microsoft.com/office/drawing/2014/main" id="{8A6FCB23-AE6D-52C7-21AB-6BB74C97DD99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7">
                <a:extLst>
                  <a:ext uri="{FF2B5EF4-FFF2-40B4-BE49-F238E27FC236}">
                    <a16:creationId xmlns:a16="http://schemas.microsoft.com/office/drawing/2014/main" id="{F3F91F75-9999-FDCF-EE2C-3926DD80B918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7">
                <a:extLst>
                  <a:ext uri="{FF2B5EF4-FFF2-40B4-BE49-F238E27FC236}">
                    <a16:creationId xmlns:a16="http://schemas.microsoft.com/office/drawing/2014/main" id="{05568E6E-FAB3-7BF0-895F-902CF2703BA3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7">
                <a:extLst>
                  <a:ext uri="{FF2B5EF4-FFF2-40B4-BE49-F238E27FC236}">
                    <a16:creationId xmlns:a16="http://schemas.microsoft.com/office/drawing/2014/main" id="{E8AC840B-D132-EEAF-7692-F27B643C70C5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7">
                <a:extLst>
                  <a:ext uri="{FF2B5EF4-FFF2-40B4-BE49-F238E27FC236}">
                    <a16:creationId xmlns:a16="http://schemas.microsoft.com/office/drawing/2014/main" id="{F0C45DE4-6F48-D38D-3115-7D13F2D531B1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7">
                <a:extLst>
                  <a:ext uri="{FF2B5EF4-FFF2-40B4-BE49-F238E27FC236}">
                    <a16:creationId xmlns:a16="http://schemas.microsoft.com/office/drawing/2014/main" id="{64DF2B8E-057D-2143-51BD-E52CB2F0596D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7">
                <a:extLst>
                  <a:ext uri="{FF2B5EF4-FFF2-40B4-BE49-F238E27FC236}">
                    <a16:creationId xmlns:a16="http://schemas.microsoft.com/office/drawing/2014/main" id="{91E206E3-B93A-C8CA-217F-5A732373ADED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7">
                <a:extLst>
                  <a:ext uri="{FF2B5EF4-FFF2-40B4-BE49-F238E27FC236}">
                    <a16:creationId xmlns:a16="http://schemas.microsoft.com/office/drawing/2014/main" id="{1B001891-A9B5-2197-C775-2394E6B2CBBD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7">
                <a:extLst>
                  <a:ext uri="{FF2B5EF4-FFF2-40B4-BE49-F238E27FC236}">
                    <a16:creationId xmlns:a16="http://schemas.microsoft.com/office/drawing/2014/main" id="{9C37BE9A-8F3F-EE07-5BC1-5AF5B4325739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7">
                <a:extLst>
                  <a:ext uri="{FF2B5EF4-FFF2-40B4-BE49-F238E27FC236}">
                    <a16:creationId xmlns:a16="http://schemas.microsoft.com/office/drawing/2014/main" id="{FB7A16A9-00C2-2F91-64B6-6D1C2DCBC7C4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7">
                <a:extLst>
                  <a:ext uri="{FF2B5EF4-FFF2-40B4-BE49-F238E27FC236}">
                    <a16:creationId xmlns:a16="http://schemas.microsoft.com/office/drawing/2014/main" id="{C3D4C820-9CB5-F667-5B2E-E84A48CC489D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7">
                <a:extLst>
                  <a:ext uri="{FF2B5EF4-FFF2-40B4-BE49-F238E27FC236}">
                    <a16:creationId xmlns:a16="http://schemas.microsoft.com/office/drawing/2014/main" id="{8F2FBF2E-151E-BBE5-7BE9-4CA1F4D72AB1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7">
                <a:extLst>
                  <a:ext uri="{FF2B5EF4-FFF2-40B4-BE49-F238E27FC236}">
                    <a16:creationId xmlns:a16="http://schemas.microsoft.com/office/drawing/2014/main" id="{73F6158F-C4C9-98F8-BD18-7A33946CB493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7">
                <a:extLst>
                  <a:ext uri="{FF2B5EF4-FFF2-40B4-BE49-F238E27FC236}">
                    <a16:creationId xmlns:a16="http://schemas.microsoft.com/office/drawing/2014/main" id="{EE3D9BE0-D726-8124-D370-79FA1E308E85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7">
                <a:extLst>
                  <a:ext uri="{FF2B5EF4-FFF2-40B4-BE49-F238E27FC236}">
                    <a16:creationId xmlns:a16="http://schemas.microsoft.com/office/drawing/2014/main" id="{E8EF4B0E-0008-0F27-DE28-D0F109505A6D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7">
                <a:extLst>
                  <a:ext uri="{FF2B5EF4-FFF2-40B4-BE49-F238E27FC236}">
                    <a16:creationId xmlns:a16="http://schemas.microsoft.com/office/drawing/2014/main" id="{4B7535B2-5A1C-EE81-EFC6-84767D94F4FE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7">
                <a:extLst>
                  <a:ext uri="{FF2B5EF4-FFF2-40B4-BE49-F238E27FC236}">
                    <a16:creationId xmlns:a16="http://schemas.microsoft.com/office/drawing/2014/main" id="{B0694A3D-8989-06A0-1C13-6748E5B9449F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7">
                <a:extLst>
                  <a:ext uri="{FF2B5EF4-FFF2-40B4-BE49-F238E27FC236}">
                    <a16:creationId xmlns:a16="http://schemas.microsoft.com/office/drawing/2014/main" id="{129DEBF2-0562-5F80-A6CA-6D875CC3AA87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1491;p27">
            <a:extLst>
              <a:ext uri="{FF2B5EF4-FFF2-40B4-BE49-F238E27FC236}">
                <a16:creationId xmlns:a16="http://schemas.microsoft.com/office/drawing/2014/main" id="{9D306490-3292-E276-04DD-459419F99CBB}"/>
              </a:ext>
            </a:extLst>
          </p:cNvPr>
          <p:cNvSpPr txBox="1"/>
          <p:nvPr/>
        </p:nvSpPr>
        <p:spPr>
          <a:xfrm>
            <a:off x="577218" y="877443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Detectamos que se pulsa la “J”:</a:t>
            </a: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B5CC653D-5251-D968-F0E4-488293A96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49" y="1452895"/>
            <a:ext cx="3866473" cy="544940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7" name="Google Shape;1491;p27">
            <a:extLst>
              <a:ext uri="{FF2B5EF4-FFF2-40B4-BE49-F238E27FC236}">
                <a16:creationId xmlns:a16="http://schemas.microsoft.com/office/drawing/2014/main" id="{73BAD7C5-351F-8678-5475-415FE4797F5D}"/>
              </a:ext>
            </a:extLst>
          </p:cNvPr>
          <p:cNvSpPr txBox="1"/>
          <p:nvPr/>
        </p:nvSpPr>
        <p:spPr>
          <a:xfrm>
            <a:off x="577218" y="2049324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Activamos la animación de ataque, sonido y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cooldown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:</a:t>
            </a: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11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2BE7B737-BDD7-FD62-C768-E219BAEFD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23" y="2571750"/>
            <a:ext cx="3855800" cy="1549612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61687F3-F78A-FD1B-B739-A04A673D2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49" y="1214928"/>
            <a:ext cx="2564062" cy="186478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5" name="Imagen 14" descr="Texto&#10;&#10;El contenido generado por IA puede ser incorrecto.">
            <a:extLst>
              <a:ext uri="{FF2B5EF4-FFF2-40B4-BE49-F238E27FC236}">
                <a16:creationId xmlns:a16="http://schemas.microsoft.com/office/drawing/2014/main" id="{954318AA-F3DD-DE09-4BDF-76A6BAA99B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7679" y="1501648"/>
            <a:ext cx="2904253" cy="3483018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6" name="Google Shape;1491;p27">
            <a:extLst>
              <a:ext uri="{FF2B5EF4-FFF2-40B4-BE49-F238E27FC236}">
                <a16:creationId xmlns:a16="http://schemas.microsoft.com/office/drawing/2014/main" id="{72988B09-3A4B-57B6-F6B1-88D3173BCBD9}"/>
              </a:ext>
            </a:extLst>
          </p:cNvPr>
          <p:cNvSpPr txBox="1"/>
          <p:nvPr/>
        </p:nvSpPr>
        <p:spPr>
          <a:xfrm>
            <a:off x="4596383" y="832553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Para hacer daño, ajustamos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hitbox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y</a:t>
            </a:r>
            <a:b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</a:b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activamos el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collider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del arma:</a:t>
            </a: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20" name="Imagen 19" descr="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ED345A3B-DD28-5BCB-D213-22BADACA81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7179" y="3008515"/>
            <a:ext cx="1030240" cy="797605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B9C65CA-2122-552D-F627-53803E11E4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3288" y="3921012"/>
            <a:ext cx="1421291" cy="238205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25" name="Imagen 24" descr="Imagen de la 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F7F90FB6-8519-C817-AF2A-E86CDF65F1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6011" y="1568215"/>
            <a:ext cx="2317065" cy="1282950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997824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>
          <a:extLst>
            <a:ext uri="{FF2B5EF4-FFF2-40B4-BE49-F238E27FC236}">
              <a16:creationId xmlns:a16="http://schemas.microsoft.com/office/drawing/2014/main" id="{3D064B45-F4DA-1B99-C6C7-CECB7CEB8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27">
            <a:extLst>
              <a:ext uri="{FF2B5EF4-FFF2-40B4-BE49-F238E27FC236}">
                <a16:creationId xmlns:a16="http://schemas.microsoft.com/office/drawing/2014/main" id="{E32528B6-4E9E-0CFB-907F-25F62971F533}"/>
              </a:ext>
            </a:extLst>
          </p:cNvPr>
          <p:cNvSpPr/>
          <p:nvPr/>
        </p:nvSpPr>
        <p:spPr>
          <a:xfrm rot="5395110">
            <a:off x="308442" y="986739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27">
            <a:extLst>
              <a:ext uri="{FF2B5EF4-FFF2-40B4-BE49-F238E27FC236}">
                <a16:creationId xmlns:a16="http://schemas.microsoft.com/office/drawing/2014/main" id="{4F2F3627-0D31-6563-4167-24BFC6CF6174}"/>
              </a:ext>
            </a:extLst>
          </p:cNvPr>
          <p:cNvSpPr/>
          <p:nvPr/>
        </p:nvSpPr>
        <p:spPr>
          <a:xfrm>
            <a:off x="7895126" y="513575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27">
            <a:extLst>
              <a:ext uri="{FF2B5EF4-FFF2-40B4-BE49-F238E27FC236}">
                <a16:creationId xmlns:a16="http://schemas.microsoft.com/office/drawing/2014/main" id="{BF8ADF7A-A294-8142-721B-2E8FC20085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849" y="282725"/>
            <a:ext cx="8080621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IA del Enemigo</a:t>
            </a:r>
            <a:endParaRPr sz="1800" dirty="0"/>
          </a:p>
        </p:txBody>
      </p:sp>
      <p:sp>
        <p:nvSpPr>
          <p:cNvPr id="1498" name="Google Shape;1498;p27">
            <a:extLst>
              <a:ext uri="{FF2B5EF4-FFF2-40B4-BE49-F238E27FC236}">
                <a16:creationId xmlns:a16="http://schemas.microsoft.com/office/drawing/2014/main" id="{94E4F61F-8775-0BE0-C516-150C250861F4}"/>
              </a:ext>
            </a:extLst>
          </p:cNvPr>
          <p:cNvSpPr/>
          <p:nvPr/>
        </p:nvSpPr>
        <p:spPr>
          <a:xfrm>
            <a:off x="8280350" y="4007375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9" name="Google Shape;1499;p27">
            <a:extLst>
              <a:ext uri="{FF2B5EF4-FFF2-40B4-BE49-F238E27FC236}">
                <a16:creationId xmlns:a16="http://schemas.microsoft.com/office/drawing/2014/main" id="{48547B1F-1B6E-D247-AEAF-229029EE0294}"/>
              </a:ext>
            </a:extLst>
          </p:cNvPr>
          <p:cNvGrpSpPr/>
          <p:nvPr/>
        </p:nvGrpSpPr>
        <p:grpSpPr>
          <a:xfrm>
            <a:off x="8584818" y="239228"/>
            <a:ext cx="436565" cy="381997"/>
            <a:chOff x="8457665" y="893922"/>
            <a:chExt cx="436565" cy="381997"/>
          </a:xfrm>
        </p:grpSpPr>
        <p:grpSp>
          <p:nvGrpSpPr>
            <p:cNvPr id="1500" name="Google Shape;1500;p27">
              <a:extLst>
                <a:ext uri="{FF2B5EF4-FFF2-40B4-BE49-F238E27FC236}">
                  <a16:creationId xmlns:a16="http://schemas.microsoft.com/office/drawing/2014/main" id="{5F9EA2B6-3A9D-0846-630A-0E9CB6D7196F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01" name="Google Shape;1501;p27">
                <a:extLst>
                  <a:ext uri="{FF2B5EF4-FFF2-40B4-BE49-F238E27FC236}">
                    <a16:creationId xmlns:a16="http://schemas.microsoft.com/office/drawing/2014/main" id="{FD32C987-B9D3-FDC6-3301-532B8B5D6BE7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7">
                <a:extLst>
                  <a:ext uri="{FF2B5EF4-FFF2-40B4-BE49-F238E27FC236}">
                    <a16:creationId xmlns:a16="http://schemas.microsoft.com/office/drawing/2014/main" id="{A91388BC-BDD4-7C40-FB05-A4EA3FF98150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7">
                <a:extLst>
                  <a:ext uri="{FF2B5EF4-FFF2-40B4-BE49-F238E27FC236}">
                    <a16:creationId xmlns:a16="http://schemas.microsoft.com/office/drawing/2014/main" id="{9E3372EC-8084-0AA3-CA74-F33D9AD1B436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7">
                <a:extLst>
                  <a:ext uri="{FF2B5EF4-FFF2-40B4-BE49-F238E27FC236}">
                    <a16:creationId xmlns:a16="http://schemas.microsoft.com/office/drawing/2014/main" id="{88430165-E074-2586-53BD-97A295F1B9A2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27">
                <a:extLst>
                  <a:ext uri="{FF2B5EF4-FFF2-40B4-BE49-F238E27FC236}">
                    <a16:creationId xmlns:a16="http://schemas.microsoft.com/office/drawing/2014/main" id="{0A85BEE4-A191-5682-913D-88D780E2A249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7">
                <a:extLst>
                  <a:ext uri="{FF2B5EF4-FFF2-40B4-BE49-F238E27FC236}">
                    <a16:creationId xmlns:a16="http://schemas.microsoft.com/office/drawing/2014/main" id="{7E2AE465-12B8-B69E-D4E5-FBF1E1EBDF99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7">
                <a:extLst>
                  <a:ext uri="{FF2B5EF4-FFF2-40B4-BE49-F238E27FC236}">
                    <a16:creationId xmlns:a16="http://schemas.microsoft.com/office/drawing/2014/main" id="{F7C120C3-7F7F-72FE-4C24-17FDA388A643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7">
                <a:extLst>
                  <a:ext uri="{FF2B5EF4-FFF2-40B4-BE49-F238E27FC236}">
                    <a16:creationId xmlns:a16="http://schemas.microsoft.com/office/drawing/2014/main" id="{2DB26855-EB60-AC98-916A-6E1B5164D6CA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7">
                <a:extLst>
                  <a:ext uri="{FF2B5EF4-FFF2-40B4-BE49-F238E27FC236}">
                    <a16:creationId xmlns:a16="http://schemas.microsoft.com/office/drawing/2014/main" id="{9865E691-06F9-1C0C-F57B-566713591DA8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7">
                <a:extLst>
                  <a:ext uri="{FF2B5EF4-FFF2-40B4-BE49-F238E27FC236}">
                    <a16:creationId xmlns:a16="http://schemas.microsoft.com/office/drawing/2014/main" id="{3E3950DF-EC44-2E35-373E-BEAEDF62A3AA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7">
                <a:extLst>
                  <a:ext uri="{FF2B5EF4-FFF2-40B4-BE49-F238E27FC236}">
                    <a16:creationId xmlns:a16="http://schemas.microsoft.com/office/drawing/2014/main" id="{1CF6975E-E556-0234-539A-AFB7B1867CB5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7">
                <a:extLst>
                  <a:ext uri="{FF2B5EF4-FFF2-40B4-BE49-F238E27FC236}">
                    <a16:creationId xmlns:a16="http://schemas.microsoft.com/office/drawing/2014/main" id="{7C4E3355-7F79-2A2E-9165-CA12C7CE8FC7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7">
                <a:extLst>
                  <a:ext uri="{FF2B5EF4-FFF2-40B4-BE49-F238E27FC236}">
                    <a16:creationId xmlns:a16="http://schemas.microsoft.com/office/drawing/2014/main" id="{70B05FED-83A6-A666-B986-3C4950463659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7">
                <a:extLst>
                  <a:ext uri="{FF2B5EF4-FFF2-40B4-BE49-F238E27FC236}">
                    <a16:creationId xmlns:a16="http://schemas.microsoft.com/office/drawing/2014/main" id="{28DE21C4-C7D3-13BD-914D-2FC664E27876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7">
                <a:extLst>
                  <a:ext uri="{FF2B5EF4-FFF2-40B4-BE49-F238E27FC236}">
                    <a16:creationId xmlns:a16="http://schemas.microsoft.com/office/drawing/2014/main" id="{2879B616-3895-FE51-B5F2-D8A4F1D967A3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7">
                <a:extLst>
                  <a:ext uri="{FF2B5EF4-FFF2-40B4-BE49-F238E27FC236}">
                    <a16:creationId xmlns:a16="http://schemas.microsoft.com/office/drawing/2014/main" id="{43C52FF7-E64D-8034-3974-0E90ECF3DE55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7">
                <a:extLst>
                  <a:ext uri="{FF2B5EF4-FFF2-40B4-BE49-F238E27FC236}">
                    <a16:creationId xmlns:a16="http://schemas.microsoft.com/office/drawing/2014/main" id="{A5114DD2-7A59-E579-8E27-5476BF594ABA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7">
                <a:extLst>
                  <a:ext uri="{FF2B5EF4-FFF2-40B4-BE49-F238E27FC236}">
                    <a16:creationId xmlns:a16="http://schemas.microsoft.com/office/drawing/2014/main" id="{E8D36457-CC3C-1BBA-2041-6CCDCE8E59A5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7">
                <a:extLst>
                  <a:ext uri="{FF2B5EF4-FFF2-40B4-BE49-F238E27FC236}">
                    <a16:creationId xmlns:a16="http://schemas.microsoft.com/office/drawing/2014/main" id="{4944E7F4-557E-6196-B18A-5C442E56D831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7">
                <a:extLst>
                  <a:ext uri="{FF2B5EF4-FFF2-40B4-BE49-F238E27FC236}">
                    <a16:creationId xmlns:a16="http://schemas.microsoft.com/office/drawing/2014/main" id="{4D04DFD6-1C96-B046-820B-F1D78766A100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7">
                <a:extLst>
                  <a:ext uri="{FF2B5EF4-FFF2-40B4-BE49-F238E27FC236}">
                    <a16:creationId xmlns:a16="http://schemas.microsoft.com/office/drawing/2014/main" id="{D108B4F3-9123-EF70-5B9E-C7CF1BD57A9C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7">
                <a:extLst>
                  <a:ext uri="{FF2B5EF4-FFF2-40B4-BE49-F238E27FC236}">
                    <a16:creationId xmlns:a16="http://schemas.microsoft.com/office/drawing/2014/main" id="{254DBFF1-0AAE-CFD2-FCF5-B1CE5D1B654C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7">
                <a:extLst>
                  <a:ext uri="{FF2B5EF4-FFF2-40B4-BE49-F238E27FC236}">
                    <a16:creationId xmlns:a16="http://schemas.microsoft.com/office/drawing/2014/main" id="{B26794A1-CA65-8782-5642-FBB8A22A1ABD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7">
                <a:extLst>
                  <a:ext uri="{FF2B5EF4-FFF2-40B4-BE49-F238E27FC236}">
                    <a16:creationId xmlns:a16="http://schemas.microsoft.com/office/drawing/2014/main" id="{44349DB0-9B3C-726A-52D0-15F66210F69B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7">
                <a:extLst>
                  <a:ext uri="{FF2B5EF4-FFF2-40B4-BE49-F238E27FC236}">
                    <a16:creationId xmlns:a16="http://schemas.microsoft.com/office/drawing/2014/main" id="{E1C0F6DC-5B8C-E5E0-B47C-25B2BBD8B099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7">
                <a:extLst>
                  <a:ext uri="{FF2B5EF4-FFF2-40B4-BE49-F238E27FC236}">
                    <a16:creationId xmlns:a16="http://schemas.microsoft.com/office/drawing/2014/main" id="{D41C83CF-BDBA-28D3-E7DE-88FA23725959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7">
                <a:extLst>
                  <a:ext uri="{FF2B5EF4-FFF2-40B4-BE49-F238E27FC236}">
                    <a16:creationId xmlns:a16="http://schemas.microsoft.com/office/drawing/2014/main" id="{759ED921-91D1-84E3-A67C-9984AB8494DF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7">
                <a:extLst>
                  <a:ext uri="{FF2B5EF4-FFF2-40B4-BE49-F238E27FC236}">
                    <a16:creationId xmlns:a16="http://schemas.microsoft.com/office/drawing/2014/main" id="{BB2C1709-1889-5C5C-CE96-931FE17ABC9A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7">
                <a:extLst>
                  <a:ext uri="{FF2B5EF4-FFF2-40B4-BE49-F238E27FC236}">
                    <a16:creationId xmlns:a16="http://schemas.microsoft.com/office/drawing/2014/main" id="{79C4ACAE-0EB8-3854-DEF1-3368DA6292CA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7">
                <a:extLst>
                  <a:ext uri="{FF2B5EF4-FFF2-40B4-BE49-F238E27FC236}">
                    <a16:creationId xmlns:a16="http://schemas.microsoft.com/office/drawing/2014/main" id="{5D6129A3-F513-F578-DBB4-9EC44A939B7D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7">
                <a:extLst>
                  <a:ext uri="{FF2B5EF4-FFF2-40B4-BE49-F238E27FC236}">
                    <a16:creationId xmlns:a16="http://schemas.microsoft.com/office/drawing/2014/main" id="{2F740902-E4F7-889F-E4A2-BC2A1638C7D7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7">
                <a:extLst>
                  <a:ext uri="{FF2B5EF4-FFF2-40B4-BE49-F238E27FC236}">
                    <a16:creationId xmlns:a16="http://schemas.microsoft.com/office/drawing/2014/main" id="{3B88A33F-2105-E726-B3AC-0AC35C82BB65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3" name="Google Shape;1533;p27">
              <a:extLst>
                <a:ext uri="{FF2B5EF4-FFF2-40B4-BE49-F238E27FC236}">
                  <a16:creationId xmlns:a16="http://schemas.microsoft.com/office/drawing/2014/main" id="{BA8B59F4-4210-43D2-6B2B-70E6F22F0583}"/>
                </a:ext>
              </a:extLst>
            </p:cNvPr>
            <p:cNvSpPr/>
            <p:nvPr/>
          </p:nvSpPr>
          <p:spPr>
            <a:xfrm>
              <a:off x="8566550" y="1001900"/>
              <a:ext cx="218400" cy="164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4" name="Google Shape;1534;p27">
              <a:extLst>
                <a:ext uri="{FF2B5EF4-FFF2-40B4-BE49-F238E27FC236}">
                  <a16:creationId xmlns:a16="http://schemas.microsoft.com/office/drawing/2014/main" id="{FD85E627-23BF-99EA-A575-0EFEFA285FEB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35" name="Google Shape;1535;p27">
                <a:extLst>
                  <a:ext uri="{FF2B5EF4-FFF2-40B4-BE49-F238E27FC236}">
                    <a16:creationId xmlns:a16="http://schemas.microsoft.com/office/drawing/2014/main" id="{C25622BB-F7D1-AC56-C041-DC076909235A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7">
                <a:extLst>
                  <a:ext uri="{FF2B5EF4-FFF2-40B4-BE49-F238E27FC236}">
                    <a16:creationId xmlns:a16="http://schemas.microsoft.com/office/drawing/2014/main" id="{63042493-B7E8-B76A-91D7-536E62CC7918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7">
                <a:extLst>
                  <a:ext uri="{FF2B5EF4-FFF2-40B4-BE49-F238E27FC236}">
                    <a16:creationId xmlns:a16="http://schemas.microsoft.com/office/drawing/2014/main" id="{573AD97C-E902-3C14-6064-947B49FF6E6C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7">
                <a:extLst>
                  <a:ext uri="{FF2B5EF4-FFF2-40B4-BE49-F238E27FC236}">
                    <a16:creationId xmlns:a16="http://schemas.microsoft.com/office/drawing/2014/main" id="{0CAD1015-91CF-1E4A-C7F6-0222009E51C0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7">
                <a:extLst>
                  <a:ext uri="{FF2B5EF4-FFF2-40B4-BE49-F238E27FC236}">
                    <a16:creationId xmlns:a16="http://schemas.microsoft.com/office/drawing/2014/main" id="{56FA9A5A-A1C8-EF19-9468-F805961BB989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7">
                <a:extLst>
                  <a:ext uri="{FF2B5EF4-FFF2-40B4-BE49-F238E27FC236}">
                    <a16:creationId xmlns:a16="http://schemas.microsoft.com/office/drawing/2014/main" id="{4FE8B75F-E1E1-6C8E-9272-381C4DD8E233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7">
                <a:extLst>
                  <a:ext uri="{FF2B5EF4-FFF2-40B4-BE49-F238E27FC236}">
                    <a16:creationId xmlns:a16="http://schemas.microsoft.com/office/drawing/2014/main" id="{36278DA8-05B3-D204-1A9D-AE9C56BB458A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7">
                <a:extLst>
                  <a:ext uri="{FF2B5EF4-FFF2-40B4-BE49-F238E27FC236}">
                    <a16:creationId xmlns:a16="http://schemas.microsoft.com/office/drawing/2014/main" id="{E6DFDB08-E4D2-27B9-723B-1D86AA5A342A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7">
                <a:extLst>
                  <a:ext uri="{FF2B5EF4-FFF2-40B4-BE49-F238E27FC236}">
                    <a16:creationId xmlns:a16="http://schemas.microsoft.com/office/drawing/2014/main" id="{BD453B8B-9A3C-617E-71DA-B7092D06FF07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7">
                <a:extLst>
                  <a:ext uri="{FF2B5EF4-FFF2-40B4-BE49-F238E27FC236}">
                    <a16:creationId xmlns:a16="http://schemas.microsoft.com/office/drawing/2014/main" id="{821089B7-B41F-DB44-A2E0-6D6754275371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7">
                <a:extLst>
                  <a:ext uri="{FF2B5EF4-FFF2-40B4-BE49-F238E27FC236}">
                    <a16:creationId xmlns:a16="http://schemas.microsoft.com/office/drawing/2014/main" id="{C5AEDD00-8933-C7D3-2B19-892A8C1E58B5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7">
                <a:extLst>
                  <a:ext uri="{FF2B5EF4-FFF2-40B4-BE49-F238E27FC236}">
                    <a16:creationId xmlns:a16="http://schemas.microsoft.com/office/drawing/2014/main" id="{EE9E735E-330A-B10F-3F07-DF31C94164C8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7">
                <a:extLst>
                  <a:ext uri="{FF2B5EF4-FFF2-40B4-BE49-F238E27FC236}">
                    <a16:creationId xmlns:a16="http://schemas.microsoft.com/office/drawing/2014/main" id="{C3F98770-109E-55F1-56EF-F6034EA6AAD9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7">
                <a:extLst>
                  <a:ext uri="{FF2B5EF4-FFF2-40B4-BE49-F238E27FC236}">
                    <a16:creationId xmlns:a16="http://schemas.microsoft.com/office/drawing/2014/main" id="{3678CD75-69E1-F87F-D5C0-58DE79A5B452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7">
                <a:extLst>
                  <a:ext uri="{FF2B5EF4-FFF2-40B4-BE49-F238E27FC236}">
                    <a16:creationId xmlns:a16="http://schemas.microsoft.com/office/drawing/2014/main" id="{2AA42690-EDE2-7AE5-9E58-280576527675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7">
                <a:extLst>
                  <a:ext uri="{FF2B5EF4-FFF2-40B4-BE49-F238E27FC236}">
                    <a16:creationId xmlns:a16="http://schemas.microsoft.com/office/drawing/2014/main" id="{71C71C93-8719-76BF-168E-9B7F7EB447AB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7">
                <a:extLst>
                  <a:ext uri="{FF2B5EF4-FFF2-40B4-BE49-F238E27FC236}">
                    <a16:creationId xmlns:a16="http://schemas.microsoft.com/office/drawing/2014/main" id="{DCB422F4-1BF1-70D3-CF54-51171B48D02B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7">
                <a:extLst>
                  <a:ext uri="{FF2B5EF4-FFF2-40B4-BE49-F238E27FC236}">
                    <a16:creationId xmlns:a16="http://schemas.microsoft.com/office/drawing/2014/main" id="{F22CD25C-BF5B-C86D-0528-9E816977F158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7">
                <a:extLst>
                  <a:ext uri="{FF2B5EF4-FFF2-40B4-BE49-F238E27FC236}">
                    <a16:creationId xmlns:a16="http://schemas.microsoft.com/office/drawing/2014/main" id="{9503466B-B78E-64DB-B0DE-BE453DE9F0A4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7">
                <a:extLst>
                  <a:ext uri="{FF2B5EF4-FFF2-40B4-BE49-F238E27FC236}">
                    <a16:creationId xmlns:a16="http://schemas.microsoft.com/office/drawing/2014/main" id="{B06B0BFF-9928-313F-9EE1-3F63730CDFE4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7">
                <a:extLst>
                  <a:ext uri="{FF2B5EF4-FFF2-40B4-BE49-F238E27FC236}">
                    <a16:creationId xmlns:a16="http://schemas.microsoft.com/office/drawing/2014/main" id="{15E4091B-FDCA-0D42-C30E-110BD78FEC21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7">
                <a:extLst>
                  <a:ext uri="{FF2B5EF4-FFF2-40B4-BE49-F238E27FC236}">
                    <a16:creationId xmlns:a16="http://schemas.microsoft.com/office/drawing/2014/main" id="{F52B466B-AA21-F00A-1D6F-9836C0D6151B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7">
                <a:extLst>
                  <a:ext uri="{FF2B5EF4-FFF2-40B4-BE49-F238E27FC236}">
                    <a16:creationId xmlns:a16="http://schemas.microsoft.com/office/drawing/2014/main" id="{F20D2BF0-AD86-48D2-2A07-7EA8DDBEE887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7">
                <a:extLst>
                  <a:ext uri="{FF2B5EF4-FFF2-40B4-BE49-F238E27FC236}">
                    <a16:creationId xmlns:a16="http://schemas.microsoft.com/office/drawing/2014/main" id="{75989DC7-68D8-40C5-D118-5C0A203E04BC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7">
                <a:extLst>
                  <a:ext uri="{FF2B5EF4-FFF2-40B4-BE49-F238E27FC236}">
                    <a16:creationId xmlns:a16="http://schemas.microsoft.com/office/drawing/2014/main" id="{D1108724-200D-63EB-49D6-1AB1374BAE8D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7">
                <a:extLst>
                  <a:ext uri="{FF2B5EF4-FFF2-40B4-BE49-F238E27FC236}">
                    <a16:creationId xmlns:a16="http://schemas.microsoft.com/office/drawing/2014/main" id="{85C49708-7306-11BB-711C-29404B0D0D7B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7">
                <a:extLst>
                  <a:ext uri="{FF2B5EF4-FFF2-40B4-BE49-F238E27FC236}">
                    <a16:creationId xmlns:a16="http://schemas.microsoft.com/office/drawing/2014/main" id="{4537AF9A-B299-12EB-ABCB-D8414658C838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7">
                <a:extLst>
                  <a:ext uri="{FF2B5EF4-FFF2-40B4-BE49-F238E27FC236}">
                    <a16:creationId xmlns:a16="http://schemas.microsoft.com/office/drawing/2014/main" id="{393A2ED9-685E-12FF-15DC-DF7CDD95C784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7">
                <a:extLst>
                  <a:ext uri="{FF2B5EF4-FFF2-40B4-BE49-F238E27FC236}">
                    <a16:creationId xmlns:a16="http://schemas.microsoft.com/office/drawing/2014/main" id="{91303249-E279-2121-9219-69DA1F651E34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7">
                <a:extLst>
                  <a:ext uri="{FF2B5EF4-FFF2-40B4-BE49-F238E27FC236}">
                    <a16:creationId xmlns:a16="http://schemas.microsoft.com/office/drawing/2014/main" id="{DDBADB4E-E635-031E-E525-1E90A654A208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7">
                <a:extLst>
                  <a:ext uri="{FF2B5EF4-FFF2-40B4-BE49-F238E27FC236}">
                    <a16:creationId xmlns:a16="http://schemas.microsoft.com/office/drawing/2014/main" id="{39AE13B3-FE77-5813-11C5-0E17DBBF800E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7">
                <a:extLst>
                  <a:ext uri="{FF2B5EF4-FFF2-40B4-BE49-F238E27FC236}">
                    <a16:creationId xmlns:a16="http://schemas.microsoft.com/office/drawing/2014/main" id="{6AEFB1A7-438A-06CA-9296-AE063C2D8ED9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1491;p27">
            <a:extLst>
              <a:ext uri="{FF2B5EF4-FFF2-40B4-BE49-F238E27FC236}">
                <a16:creationId xmlns:a16="http://schemas.microsoft.com/office/drawing/2014/main" id="{D122F793-F342-B391-F5C0-79A9DF584844}"/>
              </a:ext>
            </a:extLst>
          </p:cNvPr>
          <p:cNvSpPr txBox="1"/>
          <p:nvPr/>
        </p:nvSpPr>
        <p:spPr>
          <a:xfrm>
            <a:off x="577218" y="750664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Buscamos al jugador por tag:</a:t>
            </a: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F44B3E13-EC7C-41FB-7E5C-5AA17AF53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49" y="1078110"/>
            <a:ext cx="2602637" cy="527407"/>
          </a:xfrm>
          <a:prstGeom prst="rect">
            <a:avLst/>
          </a:prstGeom>
          <a:effectLst>
            <a:softEdge rad="25400"/>
          </a:effectLst>
        </p:spPr>
      </p:pic>
      <p:pic>
        <p:nvPicPr>
          <p:cNvPr id="10" name="Imagen 9" descr="Una captura de pantalla de un celular con texto e imagen&#10;&#10;El contenido generado por IA puede ser incorrecto.">
            <a:extLst>
              <a:ext uri="{FF2B5EF4-FFF2-40B4-BE49-F238E27FC236}">
                <a16:creationId xmlns:a16="http://schemas.microsoft.com/office/drawing/2014/main" id="{5B29D52F-5FF7-5817-5D60-391EED775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49" y="1999116"/>
            <a:ext cx="3135073" cy="463229"/>
          </a:xfrm>
          <a:prstGeom prst="rect">
            <a:avLst/>
          </a:prstGeom>
        </p:spPr>
      </p:pic>
      <p:sp>
        <p:nvSpPr>
          <p:cNvPr id="12" name="Google Shape;1491;p27">
            <a:extLst>
              <a:ext uri="{FF2B5EF4-FFF2-40B4-BE49-F238E27FC236}">
                <a16:creationId xmlns:a16="http://schemas.microsoft.com/office/drawing/2014/main" id="{64B43BC3-0194-C658-DA67-7703E140C9F9}"/>
              </a:ext>
            </a:extLst>
          </p:cNvPr>
          <p:cNvSpPr txBox="1"/>
          <p:nvPr/>
        </p:nvSpPr>
        <p:spPr>
          <a:xfrm>
            <a:off x="577218" y="1610278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Sacamos la distancia hacia él:</a:t>
            </a: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17" name="Imagen 16" descr="Texto&#10;&#10;El contenido generado por IA puede ser incorrecto.">
            <a:extLst>
              <a:ext uri="{FF2B5EF4-FFF2-40B4-BE49-F238E27FC236}">
                <a16:creationId xmlns:a16="http://schemas.microsoft.com/office/drawing/2014/main" id="{EF67F3D0-B8F9-98EE-7A0C-8D01B53E7B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49" y="2851183"/>
            <a:ext cx="2753109" cy="714475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9" name="Google Shape;1491;p27">
            <a:extLst>
              <a:ext uri="{FF2B5EF4-FFF2-40B4-BE49-F238E27FC236}">
                <a16:creationId xmlns:a16="http://schemas.microsoft.com/office/drawing/2014/main" id="{E4B89224-7898-3394-6E04-A7DFB5D62D8F}"/>
              </a:ext>
            </a:extLst>
          </p:cNvPr>
          <p:cNvSpPr txBox="1"/>
          <p:nvPr/>
        </p:nvSpPr>
        <p:spPr>
          <a:xfrm>
            <a:off x="577218" y="2462345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Si está dentro del rango, perseguimos:</a:t>
            </a: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23" name="Imagen 22" descr="Texto&#10;&#10;El contenido generado por IA puede ser incorrecto.">
            <a:extLst>
              <a:ext uri="{FF2B5EF4-FFF2-40B4-BE49-F238E27FC236}">
                <a16:creationId xmlns:a16="http://schemas.microsoft.com/office/drawing/2014/main" id="{BCCA2DD6-FE50-DE95-AAB0-B55FA2E72E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1892" y="1301032"/>
            <a:ext cx="4288578" cy="2195559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24" name="Google Shape;1491;p27">
            <a:extLst>
              <a:ext uri="{FF2B5EF4-FFF2-40B4-BE49-F238E27FC236}">
                <a16:creationId xmlns:a16="http://schemas.microsoft.com/office/drawing/2014/main" id="{9471BF69-8DA6-D210-7ADA-2322357112DD}"/>
              </a:ext>
            </a:extLst>
          </p:cNvPr>
          <p:cNvSpPr txBox="1"/>
          <p:nvPr/>
        </p:nvSpPr>
        <p:spPr>
          <a:xfrm>
            <a:off x="4516322" y="727829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Si estamos cerca, atacamos si tocamos al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player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:</a:t>
            </a: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25" name="Imagen 24" descr="Dibujo de ingeniería&#10;&#10;El contenido generado por IA puede ser incorrecto.">
            <a:extLst>
              <a:ext uri="{FF2B5EF4-FFF2-40B4-BE49-F238E27FC236}">
                <a16:creationId xmlns:a16="http://schemas.microsoft.com/office/drawing/2014/main" id="{A1107B52-E902-3511-6669-6842A717AD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2655" y="3565658"/>
            <a:ext cx="2462471" cy="1363460"/>
          </a:xfrm>
          <a:prstGeom prst="rect">
            <a:avLst/>
          </a:prstGeom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2896117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>
          <a:extLst>
            <a:ext uri="{FF2B5EF4-FFF2-40B4-BE49-F238E27FC236}">
              <a16:creationId xmlns:a16="http://schemas.microsoft.com/office/drawing/2014/main" id="{64954F06-36CF-CF5B-92B3-4259C2499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27">
            <a:extLst>
              <a:ext uri="{FF2B5EF4-FFF2-40B4-BE49-F238E27FC236}">
                <a16:creationId xmlns:a16="http://schemas.microsoft.com/office/drawing/2014/main" id="{E1273A57-8380-055D-D95C-AF0A51AC7559}"/>
              </a:ext>
            </a:extLst>
          </p:cNvPr>
          <p:cNvSpPr/>
          <p:nvPr/>
        </p:nvSpPr>
        <p:spPr>
          <a:xfrm rot="5395110">
            <a:off x="308442" y="986739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27">
            <a:extLst>
              <a:ext uri="{FF2B5EF4-FFF2-40B4-BE49-F238E27FC236}">
                <a16:creationId xmlns:a16="http://schemas.microsoft.com/office/drawing/2014/main" id="{A87928AA-7DA1-A189-732C-930A52B6987A}"/>
              </a:ext>
            </a:extLst>
          </p:cNvPr>
          <p:cNvSpPr/>
          <p:nvPr/>
        </p:nvSpPr>
        <p:spPr>
          <a:xfrm>
            <a:off x="7895126" y="513575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27">
            <a:extLst>
              <a:ext uri="{FF2B5EF4-FFF2-40B4-BE49-F238E27FC236}">
                <a16:creationId xmlns:a16="http://schemas.microsoft.com/office/drawing/2014/main" id="{B18A0977-01BC-6E59-B079-01B713B126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849" y="282725"/>
            <a:ext cx="8080621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Cofres y Puertas</a:t>
            </a:r>
            <a:endParaRPr sz="1800" dirty="0"/>
          </a:p>
        </p:txBody>
      </p:sp>
      <p:sp>
        <p:nvSpPr>
          <p:cNvPr id="1498" name="Google Shape;1498;p27">
            <a:extLst>
              <a:ext uri="{FF2B5EF4-FFF2-40B4-BE49-F238E27FC236}">
                <a16:creationId xmlns:a16="http://schemas.microsoft.com/office/drawing/2014/main" id="{181D8C3F-C186-C962-5259-CF25D602499D}"/>
              </a:ext>
            </a:extLst>
          </p:cNvPr>
          <p:cNvSpPr/>
          <p:nvPr/>
        </p:nvSpPr>
        <p:spPr>
          <a:xfrm>
            <a:off x="8280350" y="4007375"/>
            <a:ext cx="73500" cy="7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9" name="Google Shape;1499;p27">
            <a:extLst>
              <a:ext uri="{FF2B5EF4-FFF2-40B4-BE49-F238E27FC236}">
                <a16:creationId xmlns:a16="http://schemas.microsoft.com/office/drawing/2014/main" id="{AE43A2C7-95EE-0930-4F0C-A02A532BBFD9}"/>
              </a:ext>
            </a:extLst>
          </p:cNvPr>
          <p:cNvGrpSpPr/>
          <p:nvPr/>
        </p:nvGrpSpPr>
        <p:grpSpPr>
          <a:xfrm>
            <a:off x="8584818" y="239228"/>
            <a:ext cx="436565" cy="381997"/>
            <a:chOff x="8457665" y="893922"/>
            <a:chExt cx="436565" cy="381997"/>
          </a:xfrm>
        </p:grpSpPr>
        <p:grpSp>
          <p:nvGrpSpPr>
            <p:cNvPr id="1500" name="Google Shape;1500;p27">
              <a:extLst>
                <a:ext uri="{FF2B5EF4-FFF2-40B4-BE49-F238E27FC236}">
                  <a16:creationId xmlns:a16="http://schemas.microsoft.com/office/drawing/2014/main" id="{770F50DC-D6B9-3951-6508-809201C28BAF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01" name="Google Shape;1501;p27">
                <a:extLst>
                  <a:ext uri="{FF2B5EF4-FFF2-40B4-BE49-F238E27FC236}">
                    <a16:creationId xmlns:a16="http://schemas.microsoft.com/office/drawing/2014/main" id="{55A552C7-AA31-2A8A-6C29-1ED8CE1F3518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7">
                <a:extLst>
                  <a:ext uri="{FF2B5EF4-FFF2-40B4-BE49-F238E27FC236}">
                    <a16:creationId xmlns:a16="http://schemas.microsoft.com/office/drawing/2014/main" id="{E8B04CA2-8750-4B06-C492-E7BC8AFD0303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7">
                <a:extLst>
                  <a:ext uri="{FF2B5EF4-FFF2-40B4-BE49-F238E27FC236}">
                    <a16:creationId xmlns:a16="http://schemas.microsoft.com/office/drawing/2014/main" id="{48497C68-DAE2-982C-499A-074554BF23A8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7">
                <a:extLst>
                  <a:ext uri="{FF2B5EF4-FFF2-40B4-BE49-F238E27FC236}">
                    <a16:creationId xmlns:a16="http://schemas.microsoft.com/office/drawing/2014/main" id="{43CF5881-D803-941C-D9EF-433B38D76C88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27">
                <a:extLst>
                  <a:ext uri="{FF2B5EF4-FFF2-40B4-BE49-F238E27FC236}">
                    <a16:creationId xmlns:a16="http://schemas.microsoft.com/office/drawing/2014/main" id="{C8C77C2D-BAFA-623D-BF35-BFEE3F9644FD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7">
                <a:extLst>
                  <a:ext uri="{FF2B5EF4-FFF2-40B4-BE49-F238E27FC236}">
                    <a16:creationId xmlns:a16="http://schemas.microsoft.com/office/drawing/2014/main" id="{0569978D-D60C-520F-8A55-F13A1FD71CC7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7">
                <a:extLst>
                  <a:ext uri="{FF2B5EF4-FFF2-40B4-BE49-F238E27FC236}">
                    <a16:creationId xmlns:a16="http://schemas.microsoft.com/office/drawing/2014/main" id="{C635A9C8-9F4D-846F-BED3-9E6D02A2DBB6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7">
                <a:extLst>
                  <a:ext uri="{FF2B5EF4-FFF2-40B4-BE49-F238E27FC236}">
                    <a16:creationId xmlns:a16="http://schemas.microsoft.com/office/drawing/2014/main" id="{249CF484-28C4-B6D7-2FFC-AEE5F77C8888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7">
                <a:extLst>
                  <a:ext uri="{FF2B5EF4-FFF2-40B4-BE49-F238E27FC236}">
                    <a16:creationId xmlns:a16="http://schemas.microsoft.com/office/drawing/2014/main" id="{54879D27-56F6-3076-F754-48EC206BACF3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7">
                <a:extLst>
                  <a:ext uri="{FF2B5EF4-FFF2-40B4-BE49-F238E27FC236}">
                    <a16:creationId xmlns:a16="http://schemas.microsoft.com/office/drawing/2014/main" id="{7EE75AAA-A511-6A1F-86C5-08512CD75B56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7">
                <a:extLst>
                  <a:ext uri="{FF2B5EF4-FFF2-40B4-BE49-F238E27FC236}">
                    <a16:creationId xmlns:a16="http://schemas.microsoft.com/office/drawing/2014/main" id="{660EDA18-CE84-95D1-4C43-56CF2CF37729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7">
                <a:extLst>
                  <a:ext uri="{FF2B5EF4-FFF2-40B4-BE49-F238E27FC236}">
                    <a16:creationId xmlns:a16="http://schemas.microsoft.com/office/drawing/2014/main" id="{FE2FB6F2-AC23-6E16-ED8D-6A1FF584B3F5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7">
                <a:extLst>
                  <a:ext uri="{FF2B5EF4-FFF2-40B4-BE49-F238E27FC236}">
                    <a16:creationId xmlns:a16="http://schemas.microsoft.com/office/drawing/2014/main" id="{D00389F4-CF4E-EAD7-0493-0923EEF35E00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7">
                <a:extLst>
                  <a:ext uri="{FF2B5EF4-FFF2-40B4-BE49-F238E27FC236}">
                    <a16:creationId xmlns:a16="http://schemas.microsoft.com/office/drawing/2014/main" id="{CCF29B38-46E0-2054-B314-6F2BA076A95C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7">
                <a:extLst>
                  <a:ext uri="{FF2B5EF4-FFF2-40B4-BE49-F238E27FC236}">
                    <a16:creationId xmlns:a16="http://schemas.microsoft.com/office/drawing/2014/main" id="{A9BA4B33-62A6-8679-7E97-14E210C19080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7">
                <a:extLst>
                  <a:ext uri="{FF2B5EF4-FFF2-40B4-BE49-F238E27FC236}">
                    <a16:creationId xmlns:a16="http://schemas.microsoft.com/office/drawing/2014/main" id="{679FF15A-84CE-B973-4E13-400C77B99C6A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7">
                <a:extLst>
                  <a:ext uri="{FF2B5EF4-FFF2-40B4-BE49-F238E27FC236}">
                    <a16:creationId xmlns:a16="http://schemas.microsoft.com/office/drawing/2014/main" id="{89E27A54-C2D8-EF3E-A041-756F7DF3D7A9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7">
                <a:extLst>
                  <a:ext uri="{FF2B5EF4-FFF2-40B4-BE49-F238E27FC236}">
                    <a16:creationId xmlns:a16="http://schemas.microsoft.com/office/drawing/2014/main" id="{A5A3FF30-4626-E6F7-ADFD-602A5AD5645C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7">
                <a:extLst>
                  <a:ext uri="{FF2B5EF4-FFF2-40B4-BE49-F238E27FC236}">
                    <a16:creationId xmlns:a16="http://schemas.microsoft.com/office/drawing/2014/main" id="{A7104D21-51AA-E3E6-C240-C7C2FCDE7F6D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7">
                <a:extLst>
                  <a:ext uri="{FF2B5EF4-FFF2-40B4-BE49-F238E27FC236}">
                    <a16:creationId xmlns:a16="http://schemas.microsoft.com/office/drawing/2014/main" id="{015C1D40-9934-A3C5-6027-F88A0976CA64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7">
                <a:extLst>
                  <a:ext uri="{FF2B5EF4-FFF2-40B4-BE49-F238E27FC236}">
                    <a16:creationId xmlns:a16="http://schemas.microsoft.com/office/drawing/2014/main" id="{43C791DE-0781-63D9-4EF2-E0162EA57CE7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7">
                <a:extLst>
                  <a:ext uri="{FF2B5EF4-FFF2-40B4-BE49-F238E27FC236}">
                    <a16:creationId xmlns:a16="http://schemas.microsoft.com/office/drawing/2014/main" id="{150E2E25-21C9-6C82-F575-E5CEAB0EC4E1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7">
                <a:extLst>
                  <a:ext uri="{FF2B5EF4-FFF2-40B4-BE49-F238E27FC236}">
                    <a16:creationId xmlns:a16="http://schemas.microsoft.com/office/drawing/2014/main" id="{235CDA3B-4938-2F7C-62C6-AC82DA436D18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7">
                <a:extLst>
                  <a:ext uri="{FF2B5EF4-FFF2-40B4-BE49-F238E27FC236}">
                    <a16:creationId xmlns:a16="http://schemas.microsoft.com/office/drawing/2014/main" id="{1CBB9EBE-78DA-D5E0-E6D2-82675C19F419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7">
                <a:extLst>
                  <a:ext uri="{FF2B5EF4-FFF2-40B4-BE49-F238E27FC236}">
                    <a16:creationId xmlns:a16="http://schemas.microsoft.com/office/drawing/2014/main" id="{EBC557EE-68EB-8E7C-24B7-84A7F236A825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7">
                <a:extLst>
                  <a:ext uri="{FF2B5EF4-FFF2-40B4-BE49-F238E27FC236}">
                    <a16:creationId xmlns:a16="http://schemas.microsoft.com/office/drawing/2014/main" id="{AE46C01B-2C4A-7445-FCE2-392C6F08D96A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7">
                <a:extLst>
                  <a:ext uri="{FF2B5EF4-FFF2-40B4-BE49-F238E27FC236}">
                    <a16:creationId xmlns:a16="http://schemas.microsoft.com/office/drawing/2014/main" id="{A908DAED-3FA8-83EE-6C0C-D43738EA151E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7">
                <a:extLst>
                  <a:ext uri="{FF2B5EF4-FFF2-40B4-BE49-F238E27FC236}">
                    <a16:creationId xmlns:a16="http://schemas.microsoft.com/office/drawing/2014/main" id="{D04BDCB9-6639-D7E0-D8BE-182021109124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7">
                <a:extLst>
                  <a:ext uri="{FF2B5EF4-FFF2-40B4-BE49-F238E27FC236}">
                    <a16:creationId xmlns:a16="http://schemas.microsoft.com/office/drawing/2014/main" id="{8191AD00-A5E3-F936-47A1-45EF688D2DD4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7">
                <a:extLst>
                  <a:ext uri="{FF2B5EF4-FFF2-40B4-BE49-F238E27FC236}">
                    <a16:creationId xmlns:a16="http://schemas.microsoft.com/office/drawing/2014/main" id="{B9B84D09-2632-C491-D702-8D4937DCBFC4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7">
                <a:extLst>
                  <a:ext uri="{FF2B5EF4-FFF2-40B4-BE49-F238E27FC236}">
                    <a16:creationId xmlns:a16="http://schemas.microsoft.com/office/drawing/2014/main" id="{CDCA8FA6-241B-FBB3-FDC1-BF3E918BBE09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7">
                <a:extLst>
                  <a:ext uri="{FF2B5EF4-FFF2-40B4-BE49-F238E27FC236}">
                    <a16:creationId xmlns:a16="http://schemas.microsoft.com/office/drawing/2014/main" id="{C8B81F01-A4FA-9775-7AD7-2AA41724CEA3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3" name="Google Shape;1533;p27">
              <a:extLst>
                <a:ext uri="{FF2B5EF4-FFF2-40B4-BE49-F238E27FC236}">
                  <a16:creationId xmlns:a16="http://schemas.microsoft.com/office/drawing/2014/main" id="{FEF3C20C-A031-C4A0-D038-225B1F587890}"/>
                </a:ext>
              </a:extLst>
            </p:cNvPr>
            <p:cNvSpPr/>
            <p:nvPr/>
          </p:nvSpPr>
          <p:spPr>
            <a:xfrm>
              <a:off x="8566550" y="1001900"/>
              <a:ext cx="218400" cy="164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4" name="Google Shape;1534;p27">
              <a:extLst>
                <a:ext uri="{FF2B5EF4-FFF2-40B4-BE49-F238E27FC236}">
                  <a16:creationId xmlns:a16="http://schemas.microsoft.com/office/drawing/2014/main" id="{ED38798B-441F-4622-B9C7-111A01999CA0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35" name="Google Shape;1535;p27">
                <a:extLst>
                  <a:ext uri="{FF2B5EF4-FFF2-40B4-BE49-F238E27FC236}">
                    <a16:creationId xmlns:a16="http://schemas.microsoft.com/office/drawing/2014/main" id="{CB9D5DAC-F8FA-1495-8644-8A2A1EE00AD5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7">
                <a:extLst>
                  <a:ext uri="{FF2B5EF4-FFF2-40B4-BE49-F238E27FC236}">
                    <a16:creationId xmlns:a16="http://schemas.microsoft.com/office/drawing/2014/main" id="{A72B09A5-B06E-0A33-CEEF-1DC8C264F24E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7">
                <a:extLst>
                  <a:ext uri="{FF2B5EF4-FFF2-40B4-BE49-F238E27FC236}">
                    <a16:creationId xmlns:a16="http://schemas.microsoft.com/office/drawing/2014/main" id="{9D4FC9FF-C347-64AD-E677-C82D214D3E1C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7">
                <a:extLst>
                  <a:ext uri="{FF2B5EF4-FFF2-40B4-BE49-F238E27FC236}">
                    <a16:creationId xmlns:a16="http://schemas.microsoft.com/office/drawing/2014/main" id="{8AC2D6EE-66E7-0754-7FAA-7D0F05AFF5D6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7">
                <a:extLst>
                  <a:ext uri="{FF2B5EF4-FFF2-40B4-BE49-F238E27FC236}">
                    <a16:creationId xmlns:a16="http://schemas.microsoft.com/office/drawing/2014/main" id="{E85D4839-E7EC-7A04-D93C-FC68040007FD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7">
                <a:extLst>
                  <a:ext uri="{FF2B5EF4-FFF2-40B4-BE49-F238E27FC236}">
                    <a16:creationId xmlns:a16="http://schemas.microsoft.com/office/drawing/2014/main" id="{9F3308AE-B3C4-44F1-A429-128273A28E0E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7">
                <a:extLst>
                  <a:ext uri="{FF2B5EF4-FFF2-40B4-BE49-F238E27FC236}">
                    <a16:creationId xmlns:a16="http://schemas.microsoft.com/office/drawing/2014/main" id="{BA0123B5-15EF-7BBE-452A-55B5A54321BA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7">
                <a:extLst>
                  <a:ext uri="{FF2B5EF4-FFF2-40B4-BE49-F238E27FC236}">
                    <a16:creationId xmlns:a16="http://schemas.microsoft.com/office/drawing/2014/main" id="{74A4399E-7448-E10E-8A7B-AC814BC26573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7">
                <a:extLst>
                  <a:ext uri="{FF2B5EF4-FFF2-40B4-BE49-F238E27FC236}">
                    <a16:creationId xmlns:a16="http://schemas.microsoft.com/office/drawing/2014/main" id="{CC2A5E14-9C85-425A-4791-6EF387D99CF7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7">
                <a:extLst>
                  <a:ext uri="{FF2B5EF4-FFF2-40B4-BE49-F238E27FC236}">
                    <a16:creationId xmlns:a16="http://schemas.microsoft.com/office/drawing/2014/main" id="{DDE7189D-6797-5093-8608-4A9A82480EE5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7">
                <a:extLst>
                  <a:ext uri="{FF2B5EF4-FFF2-40B4-BE49-F238E27FC236}">
                    <a16:creationId xmlns:a16="http://schemas.microsoft.com/office/drawing/2014/main" id="{E1430BBA-8CF7-70D2-FA97-5BD74F14F5E3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7">
                <a:extLst>
                  <a:ext uri="{FF2B5EF4-FFF2-40B4-BE49-F238E27FC236}">
                    <a16:creationId xmlns:a16="http://schemas.microsoft.com/office/drawing/2014/main" id="{572B3999-8EF0-0842-1D54-B86C3E190A3D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7">
                <a:extLst>
                  <a:ext uri="{FF2B5EF4-FFF2-40B4-BE49-F238E27FC236}">
                    <a16:creationId xmlns:a16="http://schemas.microsoft.com/office/drawing/2014/main" id="{7111F644-3D4E-6D16-9A87-8F2C86BC9009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7">
                <a:extLst>
                  <a:ext uri="{FF2B5EF4-FFF2-40B4-BE49-F238E27FC236}">
                    <a16:creationId xmlns:a16="http://schemas.microsoft.com/office/drawing/2014/main" id="{85B34EF3-9C7E-D129-4DC7-C0E081DD043F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7">
                <a:extLst>
                  <a:ext uri="{FF2B5EF4-FFF2-40B4-BE49-F238E27FC236}">
                    <a16:creationId xmlns:a16="http://schemas.microsoft.com/office/drawing/2014/main" id="{F4391836-F6A0-49A4-86B4-F52007EF508F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7">
                <a:extLst>
                  <a:ext uri="{FF2B5EF4-FFF2-40B4-BE49-F238E27FC236}">
                    <a16:creationId xmlns:a16="http://schemas.microsoft.com/office/drawing/2014/main" id="{688CEB0C-0FDE-1034-ED52-4CDFC2D36628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7">
                <a:extLst>
                  <a:ext uri="{FF2B5EF4-FFF2-40B4-BE49-F238E27FC236}">
                    <a16:creationId xmlns:a16="http://schemas.microsoft.com/office/drawing/2014/main" id="{76FA6F86-3C08-7B5A-D6E2-5C92712B8345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7">
                <a:extLst>
                  <a:ext uri="{FF2B5EF4-FFF2-40B4-BE49-F238E27FC236}">
                    <a16:creationId xmlns:a16="http://schemas.microsoft.com/office/drawing/2014/main" id="{D516944B-56EA-A91C-5C95-CCF0E0577CC3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7">
                <a:extLst>
                  <a:ext uri="{FF2B5EF4-FFF2-40B4-BE49-F238E27FC236}">
                    <a16:creationId xmlns:a16="http://schemas.microsoft.com/office/drawing/2014/main" id="{52C480E2-B00F-8EAB-A079-91BC2FF1A178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7">
                <a:extLst>
                  <a:ext uri="{FF2B5EF4-FFF2-40B4-BE49-F238E27FC236}">
                    <a16:creationId xmlns:a16="http://schemas.microsoft.com/office/drawing/2014/main" id="{767F4A3E-D7A8-789C-5B13-9B57F158E613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7">
                <a:extLst>
                  <a:ext uri="{FF2B5EF4-FFF2-40B4-BE49-F238E27FC236}">
                    <a16:creationId xmlns:a16="http://schemas.microsoft.com/office/drawing/2014/main" id="{9BEA5168-043C-CD05-19F0-1209036994BD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7">
                <a:extLst>
                  <a:ext uri="{FF2B5EF4-FFF2-40B4-BE49-F238E27FC236}">
                    <a16:creationId xmlns:a16="http://schemas.microsoft.com/office/drawing/2014/main" id="{3CDD1979-7CF1-5BA5-BA61-B671F99B0E1F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7">
                <a:extLst>
                  <a:ext uri="{FF2B5EF4-FFF2-40B4-BE49-F238E27FC236}">
                    <a16:creationId xmlns:a16="http://schemas.microsoft.com/office/drawing/2014/main" id="{36607887-014B-8D94-B349-883F416A15E3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7">
                <a:extLst>
                  <a:ext uri="{FF2B5EF4-FFF2-40B4-BE49-F238E27FC236}">
                    <a16:creationId xmlns:a16="http://schemas.microsoft.com/office/drawing/2014/main" id="{222C1C39-7C16-A152-4250-5FC2FFA2C13E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7">
                <a:extLst>
                  <a:ext uri="{FF2B5EF4-FFF2-40B4-BE49-F238E27FC236}">
                    <a16:creationId xmlns:a16="http://schemas.microsoft.com/office/drawing/2014/main" id="{5B6ECD3D-97E9-E806-0D50-7ACEE1CE90F1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7">
                <a:extLst>
                  <a:ext uri="{FF2B5EF4-FFF2-40B4-BE49-F238E27FC236}">
                    <a16:creationId xmlns:a16="http://schemas.microsoft.com/office/drawing/2014/main" id="{1D1390A4-DA70-7007-5037-E4A07011CAA4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7">
                <a:extLst>
                  <a:ext uri="{FF2B5EF4-FFF2-40B4-BE49-F238E27FC236}">
                    <a16:creationId xmlns:a16="http://schemas.microsoft.com/office/drawing/2014/main" id="{EC19403C-9524-1115-02CE-3E40DBB7D881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7">
                <a:extLst>
                  <a:ext uri="{FF2B5EF4-FFF2-40B4-BE49-F238E27FC236}">
                    <a16:creationId xmlns:a16="http://schemas.microsoft.com/office/drawing/2014/main" id="{E75188C7-1B1D-40D8-9731-4F35357E9275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7">
                <a:extLst>
                  <a:ext uri="{FF2B5EF4-FFF2-40B4-BE49-F238E27FC236}">
                    <a16:creationId xmlns:a16="http://schemas.microsoft.com/office/drawing/2014/main" id="{607E9928-9826-F3A1-BB5F-EFB579617418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7">
                <a:extLst>
                  <a:ext uri="{FF2B5EF4-FFF2-40B4-BE49-F238E27FC236}">
                    <a16:creationId xmlns:a16="http://schemas.microsoft.com/office/drawing/2014/main" id="{E3C2FE5F-98C1-F463-23A9-C6A8F783BEF0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7">
                <a:extLst>
                  <a:ext uri="{FF2B5EF4-FFF2-40B4-BE49-F238E27FC236}">
                    <a16:creationId xmlns:a16="http://schemas.microsoft.com/office/drawing/2014/main" id="{3BBEADE4-7B64-B0B6-E19F-055C2DF2956A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7">
                <a:extLst>
                  <a:ext uri="{FF2B5EF4-FFF2-40B4-BE49-F238E27FC236}">
                    <a16:creationId xmlns:a16="http://schemas.microsoft.com/office/drawing/2014/main" id="{91A74660-AD51-5C07-2CFD-981EA9EAB3F3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1491;p27">
            <a:extLst>
              <a:ext uri="{FF2B5EF4-FFF2-40B4-BE49-F238E27FC236}">
                <a16:creationId xmlns:a16="http://schemas.microsoft.com/office/drawing/2014/main" id="{0DD77DAB-13F2-9A17-8947-849511AD58CC}"/>
              </a:ext>
            </a:extLst>
          </p:cNvPr>
          <p:cNvSpPr txBox="1"/>
          <p:nvPr/>
        </p:nvSpPr>
        <p:spPr>
          <a:xfrm>
            <a:off x="577218" y="750664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Desbloqueamos cofre cuando no quedan enemigos en esa sala:</a:t>
            </a: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197C7201-6853-D48B-F750-1B63B1022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49" y="1242920"/>
            <a:ext cx="3396966" cy="2450483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7" name="Imagen 6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A501185E-AE11-67A2-8E24-46C38E786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276" y="3773825"/>
            <a:ext cx="2405929" cy="1191721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0F8F52B-CCC2-B05C-CEA6-B586BAB9F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3449" y="1368525"/>
            <a:ext cx="1482873" cy="234446"/>
          </a:xfrm>
          <a:prstGeom prst="rect">
            <a:avLst/>
          </a:prstGeom>
          <a:effectLst>
            <a:softEdge rad="25400"/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94B989C-58D1-AA04-69BE-38097554D4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7187" y="1460590"/>
            <a:ext cx="3149247" cy="367678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14" name="Google Shape;1491;p27">
            <a:extLst>
              <a:ext uri="{FF2B5EF4-FFF2-40B4-BE49-F238E27FC236}">
                <a16:creationId xmlns:a16="http://schemas.microsoft.com/office/drawing/2014/main" id="{B3F5DBCD-F724-E10E-1FDF-8F044FA1B192}"/>
              </a:ext>
            </a:extLst>
          </p:cNvPr>
          <p:cNvSpPr txBox="1"/>
          <p:nvPr/>
        </p:nvSpPr>
        <p:spPr>
          <a:xfrm>
            <a:off x="5023682" y="742456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Lo mismo con la puerta, al matar los enemigos se activa y se abre:</a:t>
            </a: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7FE6F67-CDCA-EB06-1486-53B35185B3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939" y="1245090"/>
            <a:ext cx="1914792" cy="190527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20" name="Imagen 19" descr="Imagen de la 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2F24EF2B-DB0C-A816-C18F-D68B8DC665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5270" y="3898410"/>
            <a:ext cx="877160" cy="1036644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22" name="Imagen 21" descr="Texto&#10;&#10;El contenido generado por IA puede ser incorrecto.">
            <a:extLst>
              <a:ext uri="{FF2B5EF4-FFF2-40B4-BE49-F238E27FC236}">
                <a16:creationId xmlns:a16="http://schemas.microsoft.com/office/drawing/2014/main" id="{2397C042-3374-249E-283C-36D9D6C5A2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2294" y="2862984"/>
            <a:ext cx="3130082" cy="2070852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26" name="Google Shape;1491;p27">
            <a:extLst>
              <a:ext uri="{FF2B5EF4-FFF2-40B4-BE49-F238E27FC236}">
                <a16:creationId xmlns:a16="http://schemas.microsoft.com/office/drawing/2014/main" id="{89FFDEE8-5EF8-38F5-A896-5B140423522A}"/>
              </a:ext>
            </a:extLst>
          </p:cNvPr>
          <p:cNvSpPr txBox="1"/>
          <p:nvPr/>
        </p:nvSpPr>
        <p:spPr>
          <a:xfrm>
            <a:off x="4412456" y="2114663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Activamos la animación y el sonido, y desactivamos el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collider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para poder pasar por la puerta:</a:t>
            </a: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2415857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>
          <a:extLst>
            <a:ext uri="{FF2B5EF4-FFF2-40B4-BE49-F238E27FC236}">
              <a16:creationId xmlns:a16="http://schemas.microsoft.com/office/drawing/2014/main" id="{91288159-4F58-FD82-FFB5-8596A3807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27">
            <a:extLst>
              <a:ext uri="{FF2B5EF4-FFF2-40B4-BE49-F238E27FC236}">
                <a16:creationId xmlns:a16="http://schemas.microsoft.com/office/drawing/2014/main" id="{8B03C546-3C25-C83A-BEA6-179BF7EE87DD}"/>
              </a:ext>
            </a:extLst>
          </p:cNvPr>
          <p:cNvSpPr/>
          <p:nvPr/>
        </p:nvSpPr>
        <p:spPr>
          <a:xfrm rot="5395110">
            <a:off x="308442" y="986739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27">
            <a:extLst>
              <a:ext uri="{FF2B5EF4-FFF2-40B4-BE49-F238E27FC236}">
                <a16:creationId xmlns:a16="http://schemas.microsoft.com/office/drawing/2014/main" id="{6DB0E180-21F4-A9C9-837C-DAFCFC8C66F9}"/>
              </a:ext>
            </a:extLst>
          </p:cNvPr>
          <p:cNvSpPr/>
          <p:nvPr/>
        </p:nvSpPr>
        <p:spPr>
          <a:xfrm>
            <a:off x="7895126" y="513575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27">
            <a:extLst>
              <a:ext uri="{FF2B5EF4-FFF2-40B4-BE49-F238E27FC236}">
                <a16:creationId xmlns:a16="http://schemas.microsoft.com/office/drawing/2014/main" id="{E1104570-945A-8062-BB93-D9B5BAE536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849" y="282725"/>
            <a:ext cx="8080621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Retos y Soluciones</a:t>
            </a:r>
            <a:endParaRPr sz="1800" dirty="0"/>
          </a:p>
        </p:txBody>
      </p:sp>
      <p:grpSp>
        <p:nvGrpSpPr>
          <p:cNvPr id="1499" name="Google Shape;1499;p27">
            <a:extLst>
              <a:ext uri="{FF2B5EF4-FFF2-40B4-BE49-F238E27FC236}">
                <a16:creationId xmlns:a16="http://schemas.microsoft.com/office/drawing/2014/main" id="{4623C471-ED72-1372-8335-E2522823DF08}"/>
              </a:ext>
            </a:extLst>
          </p:cNvPr>
          <p:cNvGrpSpPr/>
          <p:nvPr/>
        </p:nvGrpSpPr>
        <p:grpSpPr>
          <a:xfrm>
            <a:off x="8584818" y="239228"/>
            <a:ext cx="436565" cy="381997"/>
            <a:chOff x="8457665" y="893922"/>
            <a:chExt cx="436565" cy="381997"/>
          </a:xfrm>
        </p:grpSpPr>
        <p:grpSp>
          <p:nvGrpSpPr>
            <p:cNvPr id="1500" name="Google Shape;1500;p27">
              <a:extLst>
                <a:ext uri="{FF2B5EF4-FFF2-40B4-BE49-F238E27FC236}">
                  <a16:creationId xmlns:a16="http://schemas.microsoft.com/office/drawing/2014/main" id="{51ACE6D0-2D03-B55C-DA29-2F92D185FC77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01" name="Google Shape;1501;p27">
                <a:extLst>
                  <a:ext uri="{FF2B5EF4-FFF2-40B4-BE49-F238E27FC236}">
                    <a16:creationId xmlns:a16="http://schemas.microsoft.com/office/drawing/2014/main" id="{E477F650-8A76-A080-BDA6-E85AB8F6D169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7">
                <a:extLst>
                  <a:ext uri="{FF2B5EF4-FFF2-40B4-BE49-F238E27FC236}">
                    <a16:creationId xmlns:a16="http://schemas.microsoft.com/office/drawing/2014/main" id="{7A1B0639-A066-A655-B562-75FAC5610F3B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7">
                <a:extLst>
                  <a:ext uri="{FF2B5EF4-FFF2-40B4-BE49-F238E27FC236}">
                    <a16:creationId xmlns:a16="http://schemas.microsoft.com/office/drawing/2014/main" id="{21F2878F-ED71-DD2A-329B-C845316FE7F3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7">
                <a:extLst>
                  <a:ext uri="{FF2B5EF4-FFF2-40B4-BE49-F238E27FC236}">
                    <a16:creationId xmlns:a16="http://schemas.microsoft.com/office/drawing/2014/main" id="{BBEFD478-3759-5856-0FBC-473C935B6D5A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27">
                <a:extLst>
                  <a:ext uri="{FF2B5EF4-FFF2-40B4-BE49-F238E27FC236}">
                    <a16:creationId xmlns:a16="http://schemas.microsoft.com/office/drawing/2014/main" id="{5DCAF02B-E886-DB71-C8AB-F3F791CC1E83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7">
                <a:extLst>
                  <a:ext uri="{FF2B5EF4-FFF2-40B4-BE49-F238E27FC236}">
                    <a16:creationId xmlns:a16="http://schemas.microsoft.com/office/drawing/2014/main" id="{1D8903B1-6FCE-84DD-4AF1-9AE072AB863E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7">
                <a:extLst>
                  <a:ext uri="{FF2B5EF4-FFF2-40B4-BE49-F238E27FC236}">
                    <a16:creationId xmlns:a16="http://schemas.microsoft.com/office/drawing/2014/main" id="{103A5690-AEE1-549F-7502-0E242FB6F92F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7">
                <a:extLst>
                  <a:ext uri="{FF2B5EF4-FFF2-40B4-BE49-F238E27FC236}">
                    <a16:creationId xmlns:a16="http://schemas.microsoft.com/office/drawing/2014/main" id="{1F98A1AF-0338-8201-7765-24B615CFE3EB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7">
                <a:extLst>
                  <a:ext uri="{FF2B5EF4-FFF2-40B4-BE49-F238E27FC236}">
                    <a16:creationId xmlns:a16="http://schemas.microsoft.com/office/drawing/2014/main" id="{8C6581F3-F316-7113-313E-2EC57A8749AC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7">
                <a:extLst>
                  <a:ext uri="{FF2B5EF4-FFF2-40B4-BE49-F238E27FC236}">
                    <a16:creationId xmlns:a16="http://schemas.microsoft.com/office/drawing/2014/main" id="{90912AF7-1245-9E39-0F2C-B6676DAB4092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7">
                <a:extLst>
                  <a:ext uri="{FF2B5EF4-FFF2-40B4-BE49-F238E27FC236}">
                    <a16:creationId xmlns:a16="http://schemas.microsoft.com/office/drawing/2014/main" id="{5EE036CE-4168-8E6D-591E-74635B74394B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7">
                <a:extLst>
                  <a:ext uri="{FF2B5EF4-FFF2-40B4-BE49-F238E27FC236}">
                    <a16:creationId xmlns:a16="http://schemas.microsoft.com/office/drawing/2014/main" id="{EA3CA4DD-6B59-1A4F-D10C-E33BF9F266C9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7">
                <a:extLst>
                  <a:ext uri="{FF2B5EF4-FFF2-40B4-BE49-F238E27FC236}">
                    <a16:creationId xmlns:a16="http://schemas.microsoft.com/office/drawing/2014/main" id="{4A5E4635-A0BE-EE17-510B-5DF5F09D7C6E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7">
                <a:extLst>
                  <a:ext uri="{FF2B5EF4-FFF2-40B4-BE49-F238E27FC236}">
                    <a16:creationId xmlns:a16="http://schemas.microsoft.com/office/drawing/2014/main" id="{9BA38F20-F6E4-BEA9-A423-8630975BA109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7">
                <a:extLst>
                  <a:ext uri="{FF2B5EF4-FFF2-40B4-BE49-F238E27FC236}">
                    <a16:creationId xmlns:a16="http://schemas.microsoft.com/office/drawing/2014/main" id="{9F74E046-0722-7B6E-6DB7-ABB2E52F83FD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7">
                <a:extLst>
                  <a:ext uri="{FF2B5EF4-FFF2-40B4-BE49-F238E27FC236}">
                    <a16:creationId xmlns:a16="http://schemas.microsoft.com/office/drawing/2014/main" id="{67EAA863-8ECF-E109-AF5C-8EC1A470D4A7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7">
                <a:extLst>
                  <a:ext uri="{FF2B5EF4-FFF2-40B4-BE49-F238E27FC236}">
                    <a16:creationId xmlns:a16="http://schemas.microsoft.com/office/drawing/2014/main" id="{D9DB829A-B6DD-2A6D-F716-811E0FB2E62F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7">
                <a:extLst>
                  <a:ext uri="{FF2B5EF4-FFF2-40B4-BE49-F238E27FC236}">
                    <a16:creationId xmlns:a16="http://schemas.microsoft.com/office/drawing/2014/main" id="{956AAC51-D9FE-5BFB-7477-A274296AA637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7">
                <a:extLst>
                  <a:ext uri="{FF2B5EF4-FFF2-40B4-BE49-F238E27FC236}">
                    <a16:creationId xmlns:a16="http://schemas.microsoft.com/office/drawing/2014/main" id="{25F742A5-C984-0DD9-75A8-3E684784E69F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7">
                <a:extLst>
                  <a:ext uri="{FF2B5EF4-FFF2-40B4-BE49-F238E27FC236}">
                    <a16:creationId xmlns:a16="http://schemas.microsoft.com/office/drawing/2014/main" id="{48CB23B8-065F-68F3-4EC4-FF310AF5DCBF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7">
                <a:extLst>
                  <a:ext uri="{FF2B5EF4-FFF2-40B4-BE49-F238E27FC236}">
                    <a16:creationId xmlns:a16="http://schemas.microsoft.com/office/drawing/2014/main" id="{745BFB75-D2BF-9EDE-2EE2-0BE7391E86B4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7">
                <a:extLst>
                  <a:ext uri="{FF2B5EF4-FFF2-40B4-BE49-F238E27FC236}">
                    <a16:creationId xmlns:a16="http://schemas.microsoft.com/office/drawing/2014/main" id="{C4E176EC-0A28-122D-4CC8-A29CC7706924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7">
                <a:extLst>
                  <a:ext uri="{FF2B5EF4-FFF2-40B4-BE49-F238E27FC236}">
                    <a16:creationId xmlns:a16="http://schemas.microsoft.com/office/drawing/2014/main" id="{501C9F48-2949-B0FB-56D1-7E1C4FD72023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7">
                <a:extLst>
                  <a:ext uri="{FF2B5EF4-FFF2-40B4-BE49-F238E27FC236}">
                    <a16:creationId xmlns:a16="http://schemas.microsoft.com/office/drawing/2014/main" id="{8AAB1B49-B6A4-43E6-B214-D157587F7192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7">
                <a:extLst>
                  <a:ext uri="{FF2B5EF4-FFF2-40B4-BE49-F238E27FC236}">
                    <a16:creationId xmlns:a16="http://schemas.microsoft.com/office/drawing/2014/main" id="{689DB0B3-6439-B6D6-35D2-BCE7B5CBC6B4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7">
                <a:extLst>
                  <a:ext uri="{FF2B5EF4-FFF2-40B4-BE49-F238E27FC236}">
                    <a16:creationId xmlns:a16="http://schemas.microsoft.com/office/drawing/2014/main" id="{9DFF0246-06B4-A8CA-3617-DC40D8C335D0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7">
                <a:extLst>
                  <a:ext uri="{FF2B5EF4-FFF2-40B4-BE49-F238E27FC236}">
                    <a16:creationId xmlns:a16="http://schemas.microsoft.com/office/drawing/2014/main" id="{80AB175B-0BBE-E7C0-B19E-6B39D1432F5C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7">
                <a:extLst>
                  <a:ext uri="{FF2B5EF4-FFF2-40B4-BE49-F238E27FC236}">
                    <a16:creationId xmlns:a16="http://schemas.microsoft.com/office/drawing/2014/main" id="{0B4A2F2D-B1AC-F8D9-F25B-8806CF62DB69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7">
                <a:extLst>
                  <a:ext uri="{FF2B5EF4-FFF2-40B4-BE49-F238E27FC236}">
                    <a16:creationId xmlns:a16="http://schemas.microsoft.com/office/drawing/2014/main" id="{5ACBDD8D-411E-A9D9-1AFB-1DA18B9FA332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7">
                <a:extLst>
                  <a:ext uri="{FF2B5EF4-FFF2-40B4-BE49-F238E27FC236}">
                    <a16:creationId xmlns:a16="http://schemas.microsoft.com/office/drawing/2014/main" id="{7ECA008D-D9DD-0F89-17F1-84202892A709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7">
                <a:extLst>
                  <a:ext uri="{FF2B5EF4-FFF2-40B4-BE49-F238E27FC236}">
                    <a16:creationId xmlns:a16="http://schemas.microsoft.com/office/drawing/2014/main" id="{4AF52273-FB4B-F996-F1DF-BF4C9738F813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7">
                <a:extLst>
                  <a:ext uri="{FF2B5EF4-FFF2-40B4-BE49-F238E27FC236}">
                    <a16:creationId xmlns:a16="http://schemas.microsoft.com/office/drawing/2014/main" id="{0D2CAF7D-3632-7D12-2785-7E3407E5F6D2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3" name="Google Shape;1533;p27">
              <a:extLst>
                <a:ext uri="{FF2B5EF4-FFF2-40B4-BE49-F238E27FC236}">
                  <a16:creationId xmlns:a16="http://schemas.microsoft.com/office/drawing/2014/main" id="{C2CC65B3-3D36-888D-120B-561C1D17CEED}"/>
                </a:ext>
              </a:extLst>
            </p:cNvPr>
            <p:cNvSpPr/>
            <p:nvPr/>
          </p:nvSpPr>
          <p:spPr>
            <a:xfrm>
              <a:off x="8566550" y="1001900"/>
              <a:ext cx="218400" cy="164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4" name="Google Shape;1534;p27">
              <a:extLst>
                <a:ext uri="{FF2B5EF4-FFF2-40B4-BE49-F238E27FC236}">
                  <a16:creationId xmlns:a16="http://schemas.microsoft.com/office/drawing/2014/main" id="{4BEF637B-0965-CC58-87F8-F609167802C1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35" name="Google Shape;1535;p27">
                <a:extLst>
                  <a:ext uri="{FF2B5EF4-FFF2-40B4-BE49-F238E27FC236}">
                    <a16:creationId xmlns:a16="http://schemas.microsoft.com/office/drawing/2014/main" id="{C5DD90DC-E50E-584B-E343-B60D14DB5090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7">
                <a:extLst>
                  <a:ext uri="{FF2B5EF4-FFF2-40B4-BE49-F238E27FC236}">
                    <a16:creationId xmlns:a16="http://schemas.microsoft.com/office/drawing/2014/main" id="{5BD4451A-F589-E054-5A2C-47EA9EC9A505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7">
                <a:extLst>
                  <a:ext uri="{FF2B5EF4-FFF2-40B4-BE49-F238E27FC236}">
                    <a16:creationId xmlns:a16="http://schemas.microsoft.com/office/drawing/2014/main" id="{F37578E4-7B7B-41B2-0F97-7AF82B917EB3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7">
                <a:extLst>
                  <a:ext uri="{FF2B5EF4-FFF2-40B4-BE49-F238E27FC236}">
                    <a16:creationId xmlns:a16="http://schemas.microsoft.com/office/drawing/2014/main" id="{4D1E4D57-EFB0-61CA-4A8F-5C7077DEE070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7">
                <a:extLst>
                  <a:ext uri="{FF2B5EF4-FFF2-40B4-BE49-F238E27FC236}">
                    <a16:creationId xmlns:a16="http://schemas.microsoft.com/office/drawing/2014/main" id="{D967A67A-0A44-2DBE-4484-FEB1B02C0E2A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7">
                <a:extLst>
                  <a:ext uri="{FF2B5EF4-FFF2-40B4-BE49-F238E27FC236}">
                    <a16:creationId xmlns:a16="http://schemas.microsoft.com/office/drawing/2014/main" id="{9C4E157C-405A-7CA3-71BF-5702A80ED63C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7">
                <a:extLst>
                  <a:ext uri="{FF2B5EF4-FFF2-40B4-BE49-F238E27FC236}">
                    <a16:creationId xmlns:a16="http://schemas.microsoft.com/office/drawing/2014/main" id="{206DE4E4-90BD-CD35-0DD2-29FDB6419124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7">
                <a:extLst>
                  <a:ext uri="{FF2B5EF4-FFF2-40B4-BE49-F238E27FC236}">
                    <a16:creationId xmlns:a16="http://schemas.microsoft.com/office/drawing/2014/main" id="{035D0100-E9E8-BBC5-A645-51A0624C06AD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7">
                <a:extLst>
                  <a:ext uri="{FF2B5EF4-FFF2-40B4-BE49-F238E27FC236}">
                    <a16:creationId xmlns:a16="http://schemas.microsoft.com/office/drawing/2014/main" id="{0655F2CB-EE12-9408-EDD9-01C5EB435E4A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7">
                <a:extLst>
                  <a:ext uri="{FF2B5EF4-FFF2-40B4-BE49-F238E27FC236}">
                    <a16:creationId xmlns:a16="http://schemas.microsoft.com/office/drawing/2014/main" id="{2B29E299-265E-7E95-4926-CEDD96397574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7">
                <a:extLst>
                  <a:ext uri="{FF2B5EF4-FFF2-40B4-BE49-F238E27FC236}">
                    <a16:creationId xmlns:a16="http://schemas.microsoft.com/office/drawing/2014/main" id="{C5A9693A-9DAF-1D21-7DD7-9F3DC8A46926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7">
                <a:extLst>
                  <a:ext uri="{FF2B5EF4-FFF2-40B4-BE49-F238E27FC236}">
                    <a16:creationId xmlns:a16="http://schemas.microsoft.com/office/drawing/2014/main" id="{6F680076-7E3A-FF3F-CBCA-D00EEDF4EECA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7">
                <a:extLst>
                  <a:ext uri="{FF2B5EF4-FFF2-40B4-BE49-F238E27FC236}">
                    <a16:creationId xmlns:a16="http://schemas.microsoft.com/office/drawing/2014/main" id="{63F243A6-EA9E-F236-DD03-1ECE1CCB234F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7">
                <a:extLst>
                  <a:ext uri="{FF2B5EF4-FFF2-40B4-BE49-F238E27FC236}">
                    <a16:creationId xmlns:a16="http://schemas.microsoft.com/office/drawing/2014/main" id="{60709E0F-DD0F-FA4D-C94B-BA9081BB28B6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7">
                <a:extLst>
                  <a:ext uri="{FF2B5EF4-FFF2-40B4-BE49-F238E27FC236}">
                    <a16:creationId xmlns:a16="http://schemas.microsoft.com/office/drawing/2014/main" id="{40110FF1-A0E3-954A-15CD-4D7834ACF3FB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7">
                <a:extLst>
                  <a:ext uri="{FF2B5EF4-FFF2-40B4-BE49-F238E27FC236}">
                    <a16:creationId xmlns:a16="http://schemas.microsoft.com/office/drawing/2014/main" id="{0D5F28CD-6E90-E7EE-621B-7AFA3B251157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7">
                <a:extLst>
                  <a:ext uri="{FF2B5EF4-FFF2-40B4-BE49-F238E27FC236}">
                    <a16:creationId xmlns:a16="http://schemas.microsoft.com/office/drawing/2014/main" id="{C7F46FF2-10D3-8BD2-0801-A034F4317DD4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7">
                <a:extLst>
                  <a:ext uri="{FF2B5EF4-FFF2-40B4-BE49-F238E27FC236}">
                    <a16:creationId xmlns:a16="http://schemas.microsoft.com/office/drawing/2014/main" id="{50BC8AD4-DB9A-1C58-2E05-6FA3226388EE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7">
                <a:extLst>
                  <a:ext uri="{FF2B5EF4-FFF2-40B4-BE49-F238E27FC236}">
                    <a16:creationId xmlns:a16="http://schemas.microsoft.com/office/drawing/2014/main" id="{2AA4BAC6-606C-D26F-CAFD-4F3B8F497757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7">
                <a:extLst>
                  <a:ext uri="{FF2B5EF4-FFF2-40B4-BE49-F238E27FC236}">
                    <a16:creationId xmlns:a16="http://schemas.microsoft.com/office/drawing/2014/main" id="{4642FDFA-FFD0-5AEC-3A27-EC655F28CA75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7">
                <a:extLst>
                  <a:ext uri="{FF2B5EF4-FFF2-40B4-BE49-F238E27FC236}">
                    <a16:creationId xmlns:a16="http://schemas.microsoft.com/office/drawing/2014/main" id="{468EA656-E7CB-73F7-27D2-90EC5D319C43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7">
                <a:extLst>
                  <a:ext uri="{FF2B5EF4-FFF2-40B4-BE49-F238E27FC236}">
                    <a16:creationId xmlns:a16="http://schemas.microsoft.com/office/drawing/2014/main" id="{16531C91-B593-C27F-0076-91BD64E30736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7">
                <a:extLst>
                  <a:ext uri="{FF2B5EF4-FFF2-40B4-BE49-F238E27FC236}">
                    <a16:creationId xmlns:a16="http://schemas.microsoft.com/office/drawing/2014/main" id="{91E5DE33-10FC-C162-0679-D20DC26ED133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7">
                <a:extLst>
                  <a:ext uri="{FF2B5EF4-FFF2-40B4-BE49-F238E27FC236}">
                    <a16:creationId xmlns:a16="http://schemas.microsoft.com/office/drawing/2014/main" id="{33CE7946-E368-84F4-8862-7B17FAB2DEC9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7">
                <a:extLst>
                  <a:ext uri="{FF2B5EF4-FFF2-40B4-BE49-F238E27FC236}">
                    <a16:creationId xmlns:a16="http://schemas.microsoft.com/office/drawing/2014/main" id="{453B5EE8-74AF-5AAC-C180-DC6B69E1C464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7">
                <a:extLst>
                  <a:ext uri="{FF2B5EF4-FFF2-40B4-BE49-F238E27FC236}">
                    <a16:creationId xmlns:a16="http://schemas.microsoft.com/office/drawing/2014/main" id="{05DFF44E-923D-F408-FEBB-32B62F7660A5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7">
                <a:extLst>
                  <a:ext uri="{FF2B5EF4-FFF2-40B4-BE49-F238E27FC236}">
                    <a16:creationId xmlns:a16="http://schemas.microsoft.com/office/drawing/2014/main" id="{1B545B06-8D1E-7C10-3C39-0B2AC4B5C2E6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7">
                <a:extLst>
                  <a:ext uri="{FF2B5EF4-FFF2-40B4-BE49-F238E27FC236}">
                    <a16:creationId xmlns:a16="http://schemas.microsoft.com/office/drawing/2014/main" id="{D929B376-17B7-0AFA-4139-F25FFFBB7038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7">
                <a:extLst>
                  <a:ext uri="{FF2B5EF4-FFF2-40B4-BE49-F238E27FC236}">
                    <a16:creationId xmlns:a16="http://schemas.microsoft.com/office/drawing/2014/main" id="{050767AD-3FCF-EE3E-16CB-9C7B9F9F2E8E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7">
                <a:extLst>
                  <a:ext uri="{FF2B5EF4-FFF2-40B4-BE49-F238E27FC236}">
                    <a16:creationId xmlns:a16="http://schemas.microsoft.com/office/drawing/2014/main" id="{54730632-703D-BC91-AE0D-8B050CF3A5B7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7">
                <a:extLst>
                  <a:ext uri="{FF2B5EF4-FFF2-40B4-BE49-F238E27FC236}">
                    <a16:creationId xmlns:a16="http://schemas.microsoft.com/office/drawing/2014/main" id="{2584D1CF-F035-7220-9FF1-B7AE3353C1FB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7">
                <a:extLst>
                  <a:ext uri="{FF2B5EF4-FFF2-40B4-BE49-F238E27FC236}">
                    <a16:creationId xmlns:a16="http://schemas.microsoft.com/office/drawing/2014/main" id="{6AAD074A-0639-522F-6B0C-05A203048F0A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1491;p27">
            <a:extLst>
              <a:ext uri="{FF2B5EF4-FFF2-40B4-BE49-F238E27FC236}">
                <a16:creationId xmlns:a16="http://schemas.microsoft.com/office/drawing/2014/main" id="{A5FCC61D-1D91-FBF2-63CD-47DA896BBE0A}"/>
              </a:ext>
            </a:extLst>
          </p:cNvPr>
          <p:cNvSpPr txBox="1"/>
          <p:nvPr/>
        </p:nvSpPr>
        <p:spPr>
          <a:xfrm>
            <a:off x="577218" y="750664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Que el jugador no empuje al enemigo: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4E7E29CD-23EC-7069-3E78-128649733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49" y="1150322"/>
            <a:ext cx="3343417" cy="804431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1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0C39A234-50CC-FF2E-84FA-A323C7D25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18" y="2571750"/>
            <a:ext cx="4829849" cy="1581371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2" name="Google Shape;1491;p27">
            <a:extLst>
              <a:ext uri="{FF2B5EF4-FFF2-40B4-BE49-F238E27FC236}">
                <a16:creationId xmlns:a16="http://schemas.microsoft.com/office/drawing/2014/main" id="{9E03A6E5-B17D-4AF2-BE91-FBB6F0C68005}"/>
              </a:ext>
            </a:extLst>
          </p:cNvPr>
          <p:cNvSpPr txBox="1"/>
          <p:nvPr/>
        </p:nvSpPr>
        <p:spPr>
          <a:xfrm>
            <a:off x="577218" y="2063927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Que el enemigo pare de atacarnos cuando morimos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pic>
        <p:nvPicPr>
          <p:cNvPr id="17" name="Imagen 16" descr="Texto&#10;&#10;El contenido generado por IA puede ser incorrecto.">
            <a:extLst>
              <a:ext uri="{FF2B5EF4-FFF2-40B4-BE49-F238E27FC236}">
                <a16:creationId xmlns:a16="http://schemas.microsoft.com/office/drawing/2014/main" id="{767E44C1-DA1A-7300-D3B9-F15F5D8CA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4140" y="1602607"/>
            <a:ext cx="3564361" cy="796227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8" name="Google Shape;1491;p27">
            <a:extLst>
              <a:ext uri="{FF2B5EF4-FFF2-40B4-BE49-F238E27FC236}">
                <a16:creationId xmlns:a16="http://schemas.microsoft.com/office/drawing/2014/main" id="{A3C34948-3178-3531-9DD4-10AC97445452}"/>
              </a:ext>
            </a:extLst>
          </p:cNvPr>
          <p:cNvSpPr txBox="1"/>
          <p:nvPr/>
        </p:nvSpPr>
        <p:spPr>
          <a:xfrm>
            <a:off x="4671507" y="744425"/>
            <a:ext cx="3833978" cy="858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Debemos quitar el acceso a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admin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y contraseña mediante el código, no lo hicimos aunque es más seguro, para hacer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tests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en el modo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admin</a:t>
            </a:r>
            <a:endParaRPr lang="es-ES"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1085817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>
          <a:extLst>
            <a:ext uri="{FF2B5EF4-FFF2-40B4-BE49-F238E27FC236}">
              <a16:creationId xmlns:a16="http://schemas.microsoft.com/office/drawing/2014/main" id="{685B7EDC-8A69-7567-4417-D1B83376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27">
            <a:extLst>
              <a:ext uri="{FF2B5EF4-FFF2-40B4-BE49-F238E27FC236}">
                <a16:creationId xmlns:a16="http://schemas.microsoft.com/office/drawing/2014/main" id="{1836B4AE-4E42-5A0B-8A06-24DA4AE52116}"/>
              </a:ext>
            </a:extLst>
          </p:cNvPr>
          <p:cNvSpPr/>
          <p:nvPr/>
        </p:nvSpPr>
        <p:spPr>
          <a:xfrm rot="5395110">
            <a:off x="470486" y="905714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27">
            <a:extLst>
              <a:ext uri="{FF2B5EF4-FFF2-40B4-BE49-F238E27FC236}">
                <a16:creationId xmlns:a16="http://schemas.microsoft.com/office/drawing/2014/main" id="{02AD8475-2E2F-C90F-FBEE-E161604901AE}"/>
              </a:ext>
            </a:extLst>
          </p:cNvPr>
          <p:cNvSpPr/>
          <p:nvPr/>
        </p:nvSpPr>
        <p:spPr>
          <a:xfrm>
            <a:off x="7895126" y="513575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27">
            <a:extLst>
              <a:ext uri="{FF2B5EF4-FFF2-40B4-BE49-F238E27FC236}">
                <a16:creationId xmlns:a16="http://schemas.microsoft.com/office/drawing/2014/main" id="{8EB759C1-0F97-4D5A-70B9-700D2C4CEE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849" y="282725"/>
            <a:ext cx="8080621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Posibles Ampliaciones</a:t>
            </a:r>
            <a:endParaRPr sz="1800" dirty="0"/>
          </a:p>
        </p:txBody>
      </p:sp>
      <p:grpSp>
        <p:nvGrpSpPr>
          <p:cNvPr id="1499" name="Google Shape;1499;p27">
            <a:extLst>
              <a:ext uri="{FF2B5EF4-FFF2-40B4-BE49-F238E27FC236}">
                <a16:creationId xmlns:a16="http://schemas.microsoft.com/office/drawing/2014/main" id="{6E233DD1-1CBF-81F4-A287-6320171F9A6E}"/>
              </a:ext>
            </a:extLst>
          </p:cNvPr>
          <p:cNvGrpSpPr/>
          <p:nvPr/>
        </p:nvGrpSpPr>
        <p:grpSpPr>
          <a:xfrm>
            <a:off x="8584818" y="239228"/>
            <a:ext cx="436565" cy="381997"/>
            <a:chOff x="8457665" y="893922"/>
            <a:chExt cx="436565" cy="381997"/>
          </a:xfrm>
        </p:grpSpPr>
        <p:grpSp>
          <p:nvGrpSpPr>
            <p:cNvPr id="1500" name="Google Shape;1500;p27">
              <a:extLst>
                <a:ext uri="{FF2B5EF4-FFF2-40B4-BE49-F238E27FC236}">
                  <a16:creationId xmlns:a16="http://schemas.microsoft.com/office/drawing/2014/main" id="{0B6BA176-D2FB-BBAA-3EDB-CE9039F5E506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01" name="Google Shape;1501;p27">
                <a:extLst>
                  <a:ext uri="{FF2B5EF4-FFF2-40B4-BE49-F238E27FC236}">
                    <a16:creationId xmlns:a16="http://schemas.microsoft.com/office/drawing/2014/main" id="{A524D121-21E8-3D60-EF96-A0FE7C8C6FDD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7">
                <a:extLst>
                  <a:ext uri="{FF2B5EF4-FFF2-40B4-BE49-F238E27FC236}">
                    <a16:creationId xmlns:a16="http://schemas.microsoft.com/office/drawing/2014/main" id="{003D4BF2-584A-8CD1-B6E6-0A47E18F2393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7">
                <a:extLst>
                  <a:ext uri="{FF2B5EF4-FFF2-40B4-BE49-F238E27FC236}">
                    <a16:creationId xmlns:a16="http://schemas.microsoft.com/office/drawing/2014/main" id="{01FCBF1E-585F-BC94-C905-7D86591D519B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7">
                <a:extLst>
                  <a:ext uri="{FF2B5EF4-FFF2-40B4-BE49-F238E27FC236}">
                    <a16:creationId xmlns:a16="http://schemas.microsoft.com/office/drawing/2014/main" id="{0A3FDB64-0FC4-6248-5D51-782392AF7A04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27">
                <a:extLst>
                  <a:ext uri="{FF2B5EF4-FFF2-40B4-BE49-F238E27FC236}">
                    <a16:creationId xmlns:a16="http://schemas.microsoft.com/office/drawing/2014/main" id="{BE63201F-7070-6E64-E93F-71C609F882D0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7">
                <a:extLst>
                  <a:ext uri="{FF2B5EF4-FFF2-40B4-BE49-F238E27FC236}">
                    <a16:creationId xmlns:a16="http://schemas.microsoft.com/office/drawing/2014/main" id="{AB85D7D3-853B-AFEE-2046-60EE9BCF90D3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7">
                <a:extLst>
                  <a:ext uri="{FF2B5EF4-FFF2-40B4-BE49-F238E27FC236}">
                    <a16:creationId xmlns:a16="http://schemas.microsoft.com/office/drawing/2014/main" id="{2A964179-5BB7-7083-A14F-7C839151A651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7">
                <a:extLst>
                  <a:ext uri="{FF2B5EF4-FFF2-40B4-BE49-F238E27FC236}">
                    <a16:creationId xmlns:a16="http://schemas.microsoft.com/office/drawing/2014/main" id="{704F2663-F47C-81BC-ECBE-C591EBE35461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7">
                <a:extLst>
                  <a:ext uri="{FF2B5EF4-FFF2-40B4-BE49-F238E27FC236}">
                    <a16:creationId xmlns:a16="http://schemas.microsoft.com/office/drawing/2014/main" id="{46AB25AD-3151-1601-467F-70587190EB97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7">
                <a:extLst>
                  <a:ext uri="{FF2B5EF4-FFF2-40B4-BE49-F238E27FC236}">
                    <a16:creationId xmlns:a16="http://schemas.microsoft.com/office/drawing/2014/main" id="{A70D723E-E5BF-F4AA-6D57-D5477A1882AB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7">
                <a:extLst>
                  <a:ext uri="{FF2B5EF4-FFF2-40B4-BE49-F238E27FC236}">
                    <a16:creationId xmlns:a16="http://schemas.microsoft.com/office/drawing/2014/main" id="{DBF4BD29-7044-4DC2-178D-A9661D09AE9E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7">
                <a:extLst>
                  <a:ext uri="{FF2B5EF4-FFF2-40B4-BE49-F238E27FC236}">
                    <a16:creationId xmlns:a16="http://schemas.microsoft.com/office/drawing/2014/main" id="{72974DBF-7AA8-DA56-D3E9-25D3BF6DA3A4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7">
                <a:extLst>
                  <a:ext uri="{FF2B5EF4-FFF2-40B4-BE49-F238E27FC236}">
                    <a16:creationId xmlns:a16="http://schemas.microsoft.com/office/drawing/2014/main" id="{30FFD4C1-3D0D-57A9-9D45-9C6F47595419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7">
                <a:extLst>
                  <a:ext uri="{FF2B5EF4-FFF2-40B4-BE49-F238E27FC236}">
                    <a16:creationId xmlns:a16="http://schemas.microsoft.com/office/drawing/2014/main" id="{21042A99-0400-BA65-3239-C73FA5639131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7">
                <a:extLst>
                  <a:ext uri="{FF2B5EF4-FFF2-40B4-BE49-F238E27FC236}">
                    <a16:creationId xmlns:a16="http://schemas.microsoft.com/office/drawing/2014/main" id="{C85126F6-F692-DEDA-E6F3-5882FA41AFF6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7">
                <a:extLst>
                  <a:ext uri="{FF2B5EF4-FFF2-40B4-BE49-F238E27FC236}">
                    <a16:creationId xmlns:a16="http://schemas.microsoft.com/office/drawing/2014/main" id="{50BF2F80-1C5B-D4B2-A129-6B6665757D68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7">
                <a:extLst>
                  <a:ext uri="{FF2B5EF4-FFF2-40B4-BE49-F238E27FC236}">
                    <a16:creationId xmlns:a16="http://schemas.microsoft.com/office/drawing/2014/main" id="{692A6E1E-F63A-3D73-5216-E1285CF34AB1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7">
                <a:extLst>
                  <a:ext uri="{FF2B5EF4-FFF2-40B4-BE49-F238E27FC236}">
                    <a16:creationId xmlns:a16="http://schemas.microsoft.com/office/drawing/2014/main" id="{E96F992E-B8AB-EC1A-24C5-F968A4C8C37D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7">
                <a:extLst>
                  <a:ext uri="{FF2B5EF4-FFF2-40B4-BE49-F238E27FC236}">
                    <a16:creationId xmlns:a16="http://schemas.microsoft.com/office/drawing/2014/main" id="{39331214-DC84-7FE6-8369-0CD3365759C0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7">
                <a:extLst>
                  <a:ext uri="{FF2B5EF4-FFF2-40B4-BE49-F238E27FC236}">
                    <a16:creationId xmlns:a16="http://schemas.microsoft.com/office/drawing/2014/main" id="{8BF5FBF6-3BB4-64D6-0F3E-DA0116A2F5AF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7">
                <a:extLst>
                  <a:ext uri="{FF2B5EF4-FFF2-40B4-BE49-F238E27FC236}">
                    <a16:creationId xmlns:a16="http://schemas.microsoft.com/office/drawing/2014/main" id="{0FF0AA6E-988B-0BF6-F2C2-A74721A742BB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7">
                <a:extLst>
                  <a:ext uri="{FF2B5EF4-FFF2-40B4-BE49-F238E27FC236}">
                    <a16:creationId xmlns:a16="http://schemas.microsoft.com/office/drawing/2014/main" id="{895CE0E9-98D2-308A-0BE9-A2C3A15F595E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7">
                <a:extLst>
                  <a:ext uri="{FF2B5EF4-FFF2-40B4-BE49-F238E27FC236}">
                    <a16:creationId xmlns:a16="http://schemas.microsoft.com/office/drawing/2014/main" id="{4BD2E11B-C43E-A959-1080-726BC4DC4A46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7">
                <a:extLst>
                  <a:ext uri="{FF2B5EF4-FFF2-40B4-BE49-F238E27FC236}">
                    <a16:creationId xmlns:a16="http://schemas.microsoft.com/office/drawing/2014/main" id="{45C30380-43BA-8368-CF01-D27EE2049365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7">
                <a:extLst>
                  <a:ext uri="{FF2B5EF4-FFF2-40B4-BE49-F238E27FC236}">
                    <a16:creationId xmlns:a16="http://schemas.microsoft.com/office/drawing/2014/main" id="{4EB89601-3380-A52D-F941-722A0585E514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7">
                <a:extLst>
                  <a:ext uri="{FF2B5EF4-FFF2-40B4-BE49-F238E27FC236}">
                    <a16:creationId xmlns:a16="http://schemas.microsoft.com/office/drawing/2014/main" id="{7F21540F-F81B-817F-CF9B-4983779CF3AE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7">
                <a:extLst>
                  <a:ext uri="{FF2B5EF4-FFF2-40B4-BE49-F238E27FC236}">
                    <a16:creationId xmlns:a16="http://schemas.microsoft.com/office/drawing/2014/main" id="{78E35929-B17D-7CEE-56B7-A48AC7C2B3AF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7">
                <a:extLst>
                  <a:ext uri="{FF2B5EF4-FFF2-40B4-BE49-F238E27FC236}">
                    <a16:creationId xmlns:a16="http://schemas.microsoft.com/office/drawing/2014/main" id="{71465EFB-87C3-9A5F-8308-3DEC8741052B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7">
                <a:extLst>
                  <a:ext uri="{FF2B5EF4-FFF2-40B4-BE49-F238E27FC236}">
                    <a16:creationId xmlns:a16="http://schemas.microsoft.com/office/drawing/2014/main" id="{F4E3022D-571B-0E2B-2567-C364E45E107F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7">
                <a:extLst>
                  <a:ext uri="{FF2B5EF4-FFF2-40B4-BE49-F238E27FC236}">
                    <a16:creationId xmlns:a16="http://schemas.microsoft.com/office/drawing/2014/main" id="{E9CDC2AC-D6C4-1DF6-8571-33410FBB5EF6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7">
                <a:extLst>
                  <a:ext uri="{FF2B5EF4-FFF2-40B4-BE49-F238E27FC236}">
                    <a16:creationId xmlns:a16="http://schemas.microsoft.com/office/drawing/2014/main" id="{26F761A1-F00A-BE16-7AB4-90968294BDE3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7">
                <a:extLst>
                  <a:ext uri="{FF2B5EF4-FFF2-40B4-BE49-F238E27FC236}">
                    <a16:creationId xmlns:a16="http://schemas.microsoft.com/office/drawing/2014/main" id="{5B9EECB6-5D61-3136-4AD8-EF2D0DC6725C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3" name="Google Shape;1533;p27">
              <a:extLst>
                <a:ext uri="{FF2B5EF4-FFF2-40B4-BE49-F238E27FC236}">
                  <a16:creationId xmlns:a16="http://schemas.microsoft.com/office/drawing/2014/main" id="{7CCF9A4E-81C8-E136-0F10-459A4CE828AB}"/>
                </a:ext>
              </a:extLst>
            </p:cNvPr>
            <p:cNvSpPr/>
            <p:nvPr/>
          </p:nvSpPr>
          <p:spPr>
            <a:xfrm>
              <a:off x="8566550" y="1001900"/>
              <a:ext cx="218400" cy="164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4" name="Google Shape;1534;p27">
              <a:extLst>
                <a:ext uri="{FF2B5EF4-FFF2-40B4-BE49-F238E27FC236}">
                  <a16:creationId xmlns:a16="http://schemas.microsoft.com/office/drawing/2014/main" id="{B782404B-C84D-C0D6-7EE4-A1F268D71A51}"/>
                </a:ext>
              </a:extLst>
            </p:cNvPr>
            <p:cNvGrpSpPr/>
            <p:nvPr/>
          </p:nvGrpSpPr>
          <p:grpSpPr>
            <a:xfrm>
              <a:off x="8457665" y="893922"/>
              <a:ext cx="436565" cy="381997"/>
              <a:chOff x="4278927" y="3974122"/>
              <a:chExt cx="436565" cy="381997"/>
            </a:xfrm>
          </p:grpSpPr>
          <p:sp>
            <p:nvSpPr>
              <p:cNvPr id="1535" name="Google Shape;1535;p27">
                <a:extLst>
                  <a:ext uri="{FF2B5EF4-FFF2-40B4-BE49-F238E27FC236}">
                    <a16:creationId xmlns:a16="http://schemas.microsoft.com/office/drawing/2014/main" id="{B62CC572-79EC-AF1B-565D-9162318B82B3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7">
                <a:extLst>
                  <a:ext uri="{FF2B5EF4-FFF2-40B4-BE49-F238E27FC236}">
                    <a16:creationId xmlns:a16="http://schemas.microsoft.com/office/drawing/2014/main" id="{85A707DA-3F5A-95BB-7C9D-366679BEBE23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7">
                <a:extLst>
                  <a:ext uri="{FF2B5EF4-FFF2-40B4-BE49-F238E27FC236}">
                    <a16:creationId xmlns:a16="http://schemas.microsoft.com/office/drawing/2014/main" id="{D89C70BB-5C6A-CC68-657A-7850CE305F9A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7">
                <a:extLst>
                  <a:ext uri="{FF2B5EF4-FFF2-40B4-BE49-F238E27FC236}">
                    <a16:creationId xmlns:a16="http://schemas.microsoft.com/office/drawing/2014/main" id="{0DD271BD-770C-E595-1C73-9E9C96A8CC60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7">
                <a:extLst>
                  <a:ext uri="{FF2B5EF4-FFF2-40B4-BE49-F238E27FC236}">
                    <a16:creationId xmlns:a16="http://schemas.microsoft.com/office/drawing/2014/main" id="{28BC4DBF-B3AB-1190-2146-9A524DAD6430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7">
                <a:extLst>
                  <a:ext uri="{FF2B5EF4-FFF2-40B4-BE49-F238E27FC236}">
                    <a16:creationId xmlns:a16="http://schemas.microsoft.com/office/drawing/2014/main" id="{092461FB-BD60-F92D-9788-6BEDBDE68A97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7">
                <a:extLst>
                  <a:ext uri="{FF2B5EF4-FFF2-40B4-BE49-F238E27FC236}">
                    <a16:creationId xmlns:a16="http://schemas.microsoft.com/office/drawing/2014/main" id="{C6F20695-07C4-97A6-A29B-5533C8380037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7">
                <a:extLst>
                  <a:ext uri="{FF2B5EF4-FFF2-40B4-BE49-F238E27FC236}">
                    <a16:creationId xmlns:a16="http://schemas.microsoft.com/office/drawing/2014/main" id="{DA970422-B0ED-3C26-E4E2-0E35CC35630A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7">
                <a:extLst>
                  <a:ext uri="{FF2B5EF4-FFF2-40B4-BE49-F238E27FC236}">
                    <a16:creationId xmlns:a16="http://schemas.microsoft.com/office/drawing/2014/main" id="{69BF16B8-1607-EA84-3098-EC5FB5862B4D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7">
                <a:extLst>
                  <a:ext uri="{FF2B5EF4-FFF2-40B4-BE49-F238E27FC236}">
                    <a16:creationId xmlns:a16="http://schemas.microsoft.com/office/drawing/2014/main" id="{A00AAF67-6113-63B7-8B83-5AE397AE7F85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7">
                <a:extLst>
                  <a:ext uri="{FF2B5EF4-FFF2-40B4-BE49-F238E27FC236}">
                    <a16:creationId xmlns:a16="http://schemas.microsoft.com/office/drawing/2014/main" id="{9D2CA1CC-5AE1-34A2-20A7-B07D29D813DE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7">
                <a:extLst>
                  <a:ext uri="{FF2B5EF4-FFF2-40B4-BE49-F238E27FC236}">
                    <a16:creationId xmlns:a16="http://schemas.microsoft.com/office/drawing/2014/main" id="{27024942-4466-60F8-269F-0B286292C533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7">
                <a:extLst>
                  <a:ext uri="{FF2B5EF4-FFF2-40B4-BE49-F238E27FC236}">
                    <a16:creationId xmlns:a16="http://schemas.microsoft.com/office/drawing/2014/main" id="{B0BBFFD1-DFB4-5C6B-60C1-AE9DBA92C44F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7">
                <a:extLst>
                  <a:ext uri="{FF2B5EF4-FFF2-40B4-BE49-F238E27FC236}">
                    <a16:creationId xmlns:a16="http://schemas.microsoft.com/office/drawing/2014/main" id="{336A945A-CB5A-3827-133E-FC02A1A079EA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7">
                <a:extLst>
                  <a:ext uri="{FF2B5EF4-FFF2-40B4-BE49-F238E27FC236}">
                    <a16:creationId xmlns:a16="http://schemas.microsoft.com/office/drawing/2014/main" id="{18A2BAD6-BFE7-8D67-021D-FA6019D7C0B7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7">
                <a:extLst>
                  <a:ext uri="{FF2B5EF4-FFF2-40B4-BE49-F238E27FC236}">
                    <a16:creationId xmlns:a16="http://schemas.microsoft.com/office/drawing/2014/main" id="{73C2F31A-CFFB-1D08-7B0E-C08740A6AE48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7">
                <a:extLst>
                  <a:ext uri="{FF2B5EF4-FFF2-40B4-BE49-F238E27FC236}">
                    <a16:creationId xmlns:a16="http://schemas.microsoft.com/office/drawing/2014/main" id="{485AFBED-5DF0-9EB5-16E2-4133EE61C3FA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7">
                <a:extLst>
                  <a:ext uri="{FF2B5EF4-FFF2-40B4-BE49-F238E27FC236}">
                    <a16:creationId xmlns:a16="http://schemas.microsoft.com/office/drawing/2014/main" id="{FDC76397-EDB3-92D7-B52F-3F9418F39D5C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7">
                <a:extLst>
                  <a:ext uri="{FF2B5EF4-FFF2-40B4-BE49-F238E27FC236}">
                    <a16:creationId xmlns:a16="http://schemas.microsoft.com/office/drawing/2014/main" id="{AA19B596-095B-954A-95A9-550DDFB384B1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7">
                <a:extLst>
                  <a:ext uri="{FF2B5EF4-FFF2-40B4-BE49-F238E27FC236}">
                    <a16:creationId xmlns:a16="http://schemas.microsoft.com/office/drawing/2014/main" id="{82D61DED-3573-D33C-070E-EE48A6300B24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7">
                <a:extLst>
                  <a:ext uri="{FF2B5EF4-FFF2-40B4-BE49-F238E27FC236}">
                    <a16:creationId xmlns:a16="http://schemas.microsoft.com/office/drawing/2014/main" id="{D983E9F3-F902-DE85-844C-8C8BE2BDBC41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7">
                <a:extLst>
                  <a:ext uri="{FF2B5EF4-FFF2-40B4-BE49-F238E27FC236}">
                    <a16:creationId xmlns:a16="http://schemas.microsoft.com/office/drawing/2014/main" id="{DAE965C1-112F-9A4D-969E-5C9D75575BC4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7">
                <a:extLst>
                  <a:ext uri="{FF2B5EF4-FFF2-40B4-BE49-F238E27FC236}">
                    <a16:creationId xmlns:a16="http://schemas.microsoft.com/office/drawing/2014/main" id="{6A348978-4A9B-E6DA-498F-ECEEF5F5FAD8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7">
                <a:extLst>
                  <a:ext uri="{FF2B5EF4-FFF2-40B4-BE49-F238E27FC236}">
                    <a16:creationId xmlns:a16="http://schemas.microsoft.com/office/drawing/2014/main" id="{11F42EAF-2EAA-054B-5AB3-4103BBE59492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7">
                <a:extLst>
                  <a:ext uri="{FF2B5EF4-FFF2-40B4-BE49-F238E27FC236}">
                    <a16:creationId xmlns:a16="http://schemas.microsoft.com/office/drawing/2014/main" id="{ABF868AC-CEE3-94F1-66BA-CCDC760B091D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7">
                <a:extLst>
                  <a:ext uri="{FF2B5EF4-FFF2-40B4-BE49-F238E27FC236}">
                    <a16:creationId xmlns:a16="http://schemas.microsoft.com/office/drawing/2014/main" id="{B01FF73B-CDE2-D058-34FC-1D426811CDB4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7">
                <a:extLst>
                  <a:ext uri="{FF2B5EF4-FFF2-40B4-BE49-F238E27FC236}">
                    <a16:creationId xmlns:a16="http://schemas.microsoft.com/office/drawing/2014/main" id="{C2924ACF-E61F-13F8-DB7D-B00DDDD3CB13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7">
                <a:extLst>
                  <a:ext uri="{FF2B5EF4-FFF2-40B4-BE49-F238E27FC236}">
                    <a16:creationId xmlns:a16="http://schemas.microsoft.com/office/drawing/2014/main" id="{2E1B7675-AB5F-5BAA-4C9B-1AD8EBF03F55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7">
                <a:extLst>
                  <a:ext uri="{FF2B5EF4-FFF2-40B4-BE49-F238E27FC236}">
                    <a16:creationId xmlns:a16="http://schemas.microsoft.com/office/drawing/2014/main" id="{EA327F64-B095-9F43-5679-1F8E2507ADD0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7">
                <a:extLst>
                  <a:ext uri="{FF2B5EF4-FFF2-40B4-BE49-F238E27FC236}">
                    <a16:creationId xmlns:a16="http://schemas.microsoft.com/office/drawing/2014/main" id="{62E3E10C-8250-2ABF-6E5D-27FF4262A593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7">
                <a:extLst>
                  <a:ext uri="{FF2B5EF4-FFF2-40B4-BE49-F238E27FC236}">
                    <a16:creationId xmlns:a16="http://schemas.microsoft.com/office/drawing/2014/main" id="{A280BA2C-2775-67EB-A678-1F7396E739CB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7">
                <a:extLst>
                  <a:ext uri="{FF2B5EF4-FFF2-40B4-BE49-F238E27FC236}">
                    <a16:creationId xmlns:a16="http://schemas.microsoft.com/office/drawing/2014/main" id="{6D82E3BA-4E7A-177E-A96E-04EC8E6511DF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Google Shape;1491;p27">
            <a:extLst>
              <a:ext uri="{FF2B5EF4-FFF2-40B4-BE49-F238E27FC236}">
                <a16:creationId xmlns:a16="http://schemas.microsoft.com/office/drawing/2014/main" id="{AF5E09C7-4CB5-DCBF-8975-D18BAFA1DF4A}"/>
              </a:ext>
            </a:extLst>
          </p:cNvPr>
          <p:cNvSpPr txBox="1"/>
          <p:nvPr/>
        </p:nvSpPr>
        <p:spPr>
          <a:xfrm>
            <a:off x="649849" y="755665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Inventario real (no implementado en esta versión).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4" name="Google Shape;1491;p27">
            <a:extLst>
              <a:ext uri="{FF2B5EF4-FFF2-40B4-BE49-F238E27FC236}">
                <a16:creationId xmlns:a16="http://schemas.microsoft.com/office/drawing/2014/main" id="{B356E86C-A1CD-6188-5B29-711D1849045C}"/>
              </a:ext>
            </a:extLst>
          </p:cNvPr>
          <p:cNvSpPr txBox="1"/>
          <p:nvPr/>
        </p:nvSpPr>
        <p:spPr>
          <a:xfrm>
            <a:off x="649849" y="1452045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Más partidas por usuario (de momento solo 1 por persona).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5" name="Google Shape;1491;p27">
            <a:extLst>
              <a:ext uri="{FF2B5EF4-FFF2-40B4-BE49-F238E27FC236}">
                <a16:creationId xmlns:a16="http://schemas.microsoft.com/office/drawing/2014/main" id="{0EC94793-5585-E50C-F81D-638406B3CA5A}"/>
              </a:ext>
            </a:extLst>
          </p:cNvPr>
          <p:cNvSpPr txBox="1"/>
          <p:nvPr/>
        </p:nvSpPr>
        <p:spPr>
          <a:xfrm>
            <a:off x="649849" y="2148425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Admin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real: Roles en </a:t>
            </a: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Firestore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(sin contraseña secreta en el juego).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6" name="Google Shape;1491;p27">
            <a:extLst>
              <a:ext uri="{FF2B5EF4-FFF2-40B4-BE49-F238E27FC236}">
                <a16:creationId xmlns:a16="http://schemas.microsoft.com/office/drawing/2014/main" id="{24A3FB46-F247-429D-6901-D220A63140A4}"/>
              </a:ext>
            </a:extLst>
          </p:cNvPr>
          <p:cNvSpPr txBox="1"/>
          <p:nvPr/>
        </p:nvSpPr>
        <p:spPr>
          <a:xfrm>
            <a:off x="649849" y="2729392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Más mecánicas como el salto, ataques a distancia con arcos por ejemplo.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7" name="Google Shape;1491;p27">
            <a:extLst>
              <a:ext uri="{FF2B5EF4-FFF2-40B4-BE49-F238E27FC236}">
                <a16:creationId xmlns:a16="http://schemas.microsoft.com/office/drawing/2014/main" id="{5FF4216D-4601-8329-015C-BF5A3CDA5DCD}"/>
              </a:ext>
            </a:extLst>
          </p:cNvPr>
          <p:cNvSpPr txBox="1"/>
          <p:nvPr/>
        </p:nvSpPr>
        <p:spPr>
          <a:xfrm>
            <a:off x="649849" y="3310359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 err="1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Drops</a:t>
            </a: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 por enemigo, que al morir nos suelten pociones o monedas.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9" name="Google Shape;1495;p27">
            <a:extLst>
              <a:ext uri="{FF2B5EF4-FFF2-40B4-BE49-F238E27FC236}">
                <a16:creationId xmlns:a16="http://schemas.microsoft.com/office/drawing/2014/main" id="{75684027-890A-C1AB-8F5B-8897EC8A8AE5}"/>
              </a:ext>
            </a:extLst>
          </p:cNvPr>
          <p:cNvSpPr/>
          <p:nvPr/>
        </p:nvSpPr>
        <p:spPr>
          <a:xfrm rot="5395110">
            <a:off x="470486" y="1602093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495;p27">
            <a:extLst>
              <a:ext uri="{FF2B5EF4-FFF2-40B4-BE49-F238E27FC236}">
                <a16:creationId xmlns:a16="http://schemas.microsoft.com/office/drawing/2014/main" id="{3F0ADD61-8BC2-9976-5A3A-97E6924F4454}"/>
              </a:ext>
            </a:extLst>
          </p:cNvPr>
          <p:cNvSpPr/>
          <p:nvPr/>
        </p:nvSpPr>
        <p:spPr>
          <a:xfrm rot="5395110">
            <a:off x="470374" y="2298363"/>
            <a:ext cx="210900" cy="116322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495;p27">
            <a:extLst>
              <a:ext uri="{FF2B5EF4-FFF2-40B4-BE49-F238E27FC236}">
                <a16:creationId xmlns:a16="http://schemas.microsoft.com/office/drawing/2014/main" id="{7401D6B1-E7CE-203B-B3A5-5415E7FC56F9}"/>
              </a:ext>
            </a:extLst>
          </p:cNvPr>
          <p:cNvSpPr/>
          <p:nvPr/>
        </p:nvSpPr>
        <p:spPr>
          <a:xfrm rot="5395110">
            <a:off x="470486" y="2889320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95;p27">
            <a:extLst>
              <a:ext uri="{FF2B5EF4-FFF2-40B4-BE49-F238E27FC236}">
                <a16:creationId xmlns:a16="http://schemas.microsoft.com/office/drawing/2014/main" id="{BBD2EE3E-D89C-186D-C536-5DEFB590FC2D}"/>
              </a:ext>
            </a:extLst>
          </p:cNvPr>
          <p:cNvSpPr/>
          <p:nvPr/>
        </p:nvSpPr>
        <p:spPr>
          <a:xfrm rot="5395110">
            <a:off x="470485" y="3460407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491;p27">
            <a:extLst>
              <a:ext uri="{FF2B5EF4-FFF2-40B4-BE49-F238E27FC236}">
                <a16:creationId xmlns:a16="http://schemas.microsoft.com/office/drawing/2014/main" id="{43D13C0C-135D-2338-1FCA-51B09B81B9BF}"/>
              </a:ext>
            </a:extLst>
          </p:cNvPr>
          <p:cNvSpPr txBox="1"/>
          <p:nvPr/>
        </p:nvSpPr>
        <p:spPr>
          <a:xfrm>
            <a:off x="4475970" y="738061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Llaves por sala para abrir las puertas.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16" name="Google Shape;1491;p27">
            <a:extLst>
              <a:ext uri="{FF2B5EF4-FFF2-40B4-BE49-F238E27FC236}">
                <a16:creationId xmlns:a16="http://schemas.microsoft.com/office/drawing/2014/main" id="{FAA69DD7-DC63-4BBD-3388-26D214B12B98}"/>
              </a:ext>
            </a:extLst>
          </p:cNvPr>
          <p:cNvSpPr txBox="1"/>
          <p:nvPr/>
        </p:nvSpPr>
        <p:spPr>
          <a:xfrm>
            <a:off x="4468113" y="1326957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Boss con más patrones de ataque.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19" name="Google Shape;1495;p27">
            <a:extLst>
              <a:ext uri="{FF2B5EF4-FFF2-40B4-BE49-F238E27FC236}">
                <a16:creationId xmlns:a16="http://schemas.microsoft.com/office/drawing/2014/main" id="{1332A2FB-7843-9FA7-736C-C669829F74B9}"/>
              </a:ext>
            </a:extLst>
          </p:cNvPr>
          <p:cNvSpPr/>
          <p:nvPr/>
        </p:nvSpPr>
        <p:spPr>
          <a:xfrm rot="5395110">
            <a:off x="4304464" y="863336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1495;p27">
            <a:extLst>
              <a:ext uri="{FF2B5EF4-FFF2-40B4-BE49-F238E27FC236}">
                <a16:creationId xmlns:a16="http://schemas.microsoft.com/office/drawing/2014/main" id="{C6E79476-9A75-D429-2228-AF32D38A5A71}"/>
              </a:ext>
            </a:extLst>
          </p:cNvPr>
          <p:cNvSpPr/>
          <p:nvPr/>
        </p:nvSpPr>
        <p:spPr>
          <a:xfrm rot="5395110">
            <a:off x="4304463" y="1434423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491;p27">
            <a:extLst>
              <a:ext uri="{FF2B5EF4-FFF2-40B4-BE49-F238E27FC236}">
                <a16:creationId xmlns:a16="http://schemas.microsoft.com/office/drawing/2014/main" id="{61B6EF07-69A0-4276-69EC-3FFE213C51CE}"/>
              </a:ext>
            </a:extLst>
          </p:cNvPr>
          <p:cNvSpPr txBox="1"/>
          <p:nvPr/>
        </p:nvSpPr>
        <p:spPr>
          <a:xfrm>
            <a:off x="4475970" y="1883832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Autoguardado, que no haga falta guardar manualmente la partida.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22" name="Google Shape;1491;p27">
            <a:extLst>
              <a:ext uri="{FF2B5EF4-FFF2-40B4-BE49-F238E27FC236}">
                <a16:creationId xmlns:a16="http://schemas.microsoft.com/office/drawing/2014/main" id="{4B373DDC-91D0-955F-2CF2-79C472324D38}"/>
              </a:ext>
            </a:extLst>
          </p:cNvPr>
          <p:cNvSpPr txBox="1"/>
          <p:nvPr/>
        </p:nvSpPr>
        <p:spPr>
          <a:xfrm>
            <a:off x="4468113" y="2472728"/>
            <a:ext cx="3833978" cy="58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rPr>
              <a:t>Curandera con IA de seguimiento y pelee a tu lado.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accent3"/>
              </a:solidFill>
              <a:latin typeface="Cousine"/>
              <a:ea typeface="Cousine"/>
              <a:cs typeface="Cousine"/>
              <a:sym typeface="Cousine"/>
            </a:endParaRPr>
          </a:p>
        </p:txBody>
      </p:sp>
      <p:sp>
        <p:nvSpPr>
          <p:cNvPr id="23" name="Google Shape;1495;p27">
            <a:extLst>
              <a:ext uri="{FF2B5EF4-FFF2-40B4-BE49-F238E27FC236}">
                <a16:creationId xmlns:a16="http://schemas.microsoft.com/office/drawing/2014/main" id="{312D82B1-D73D-4D7B-09F8-37728D2AAD08}"/>
              </a:ext>
            </a:extLst>
          </p:cNvPr>
          <p:cNvSpPr/>
          <p:nvPr/>
        </p:nvSpPr>
        <p:spPr>
          <a:xfrm rot="5395110">
            <a:off x="4304464" y="2009107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495;p27">
            <a:extLst>
              <a:ext uri="{FF2B5EF4-FFF2-40B4-BE49-F238E27FC236}">
                <a16:creationId xmlns:a16="http://schemas.microsoft.com/office/drawing/2014/main" id="{24CAE578-80B4-D28A-4E97-05A1CF7FC60E}"/>
              </a:ext>
            </a:extLst>
          </p:cNvPr>
          <p:cNvSpPr/>
          <p:nvPr/>
        </p:nvSpPr>
        <p:spPr>
          <a:xfrm rot="5395110">
            <a:off x="4304463" y="2580194"/>
            <a:ext cx="210900" cy="1161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429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9" name="Google Shape;6249;p40"/>
          <p:cNvSpPr txBox="1">
            <a:spLocks noGrp="1"/>
          </p:cNvSpPr>
          <p:nvPr>
            <p:ph type="title"/>
          </p:nvPr>
        </p:nvSpPr>
        <p:spPr>
          <a:xfrm>
            <a:off x="2442427" y="3787642"/>
            <a:ext cx="4550522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Adrián Rodríguez Rodríguez</a:t>
            </a:r>
            <a:endParaRPr sz="1200" dirty="0"/>
          </a:p>
        </p:txBody>
      </p:sp>
      <p:sp>
        <p:nvSpPr>
          <p:cNvPr id="6250" name="Google Shape;6250;p40"/>
          <p:cNvSpPr/>
          <p:nvPr/>
        </p:nvSpPr>
        <p:spPr>
          <a:xfrm flipH="1">
            <a:off x="6741938" y="4719638"/>
            <a:ext cx="73500" cy="7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1" name="Google Shape;6251;p40"/>
          <p:cNvSpPr/>
          <p:nvPr/>
        </p:nvSpPr>
        <p:spPr>
          <a:xfrm flipH="1">
            <a:off x="2172813" y="4847275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52" name="Google Shape;6252;p40"/>
          <p:cNvGrpSpPr/>
          <p:nvPr/>
        </p:nvGrpSpPr>
        <p:grpSpPr>
          <a:xfrm flipH="1">
            <a:off x="6012238" y="3008800"/>
            <a:ext cx="178225" cy="178225"/>
            <a:chOff x="6772475" y="3811500"/>
            <a:chExt cx="178225" cy="178225"/>
          </a:xfrm>
        </p:grpSpPr>
        <p:sp>
          <p:nvSpPr>
            <p:cNvPr id="6253" name="Google Shape;6253;p40"/>
            <p:cNvSpPr/>
            <p:nvPr/>
          </p:nvSpPr>
          <p:spPr>
            <a:xfrm>
              <a:off x="6832175" y="3871200"/>
              <a:ext cx="58800" cy="58800"/>
            </a:xfrm>
            <a:custGeom>
              <a:avLst/>
              <a:gdLst/>
              <a:ahLst/>
              <a:cxnLst/>
              <a:rect l="l" t="t" r="r" b="b"/>
              <a:pathLst>
                <a:path w="2352" h="2352" extrusionOk="0">
                  <a:moveTo>
                    <a:pt x="1" y="1"/>
                  </a:moveTo>
                  <a:lnTo>
                    <a:pt x="1" y="2352"/>
                  </a:lnTo>
                  <a:lnTo>
                    <a:pt x="2351" y="2352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4" name="Google Shape;6254;p40"/>
            <p:cNvSpPr/>
            <p:nvPr/>
          </p:nvSpPr>
          <p:spPr>
            <a:xfrm>
              <a:off x="6832175" y="3811500"/>
              <a:ext cx="58800" cy="59725"/>
            </a:xfrm>
            <a:custGeom>
              <a:avLst/>
              <a:gdLst/>
              <a:ahLst/>
              <a:cxnLst/>
              <a:rect l="l" t="t" r="r" b="b"/>
              <a:pathLst>
                <a:path w="2352" h="2389" extrusionOk="0">
                  <a:moveTo>
                    <a:pt x="1" y="0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0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5" name="Google Shape;6255;p40"/>
            <p:cNvSpPr/>
            <p:nvPr/>
          </p:nvSpPr>
          <p:spPr>
            <a:xfrm>
              <a:off x="6772475" y="3871200"/>
              <a:ext cx="59725" cy="58800"/>
            </a:xfrm>
            <a:custGeom>
              <a:avLst/>
              <a:gdLst/>
              <a:ahLst/>
              <a:cxnLst/>
              <a:rect l="l" t="t" r="r" b="b"/>
              <a:pathLst>
                <a:path w="2389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6" name="Google Shape;6256;p40"/>
            <p:cNvSpPr/>
            <p:nvPr/>
          </p:nvSpPr>
          <p:spPr>
            <a:xfrm>
              <a:off x="6890950" y="3871200"/>
              <a:ext cx="59750" cy="58800"/>
            </a:xfrm>
            <a:custGeom>
              <a:avLst/>
              <a:gdLst/>
              <a:ahLst/>
              <a:cxnLst/>
              <a:rect l="l" t="t" r="r" b="b"/>
              <a:pathLst>
                <a:path w="2390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7" name="Google Shape;6257;p40"/>
            <p:cNvSpPr/>
            <p:nvPr/>
          </p:nvSpPr>
          <p:spPr>
            <a:xfrm>
              <a:off x="6832175" y="3929975"/>
              <a:ext cx="58800" cy="59750"/>
            </a:xfrm>
            <a:custGeom>
              <a:avLst/>
              <a:gdLst/>
              <a:ahLst/>
              <a:cxnLst/>
              <a:rect l="l" t="t" r="r" b="b"/>
              <a:pathLst>
                <a:path w="2352" h="2390" extrusionOk="0">
                  <a:moveTo>
                    <a:pt x="1" y="1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58" name="Google Shape;6258;p40"/>
          <p:cNvSpPr/>
          <p:nvPr/>
        </p:nvSpPr>
        <p:spPr>
          <a:xfrm flipH="1">
            <a:off x="4571988" y="4566750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59" name="Google Shape;6259;p40"/>
          <p:cNvGrpSpPr/>
          <p:nvPr/>
        </p:nvGrpSpPr>
        <p:grpSpPr>
          <a:xfrm flipH="1">
            <a:off x="4482875" y="391525"/>
            <a:ext cx="178225" cy="178225"/>
            <a:chOff x="6772475" y="3811500"/>
            <a:chExt cx="178225" cy="178225"/>
          </a:xfrm>
        </p:grpSpPr>
        <p:sp>
          <p:nvSpPr>
            <p:cNvPr id="6260" name="Google Shape;6260;p40"/>
            <p:cNvSpPr/>
            <p:nvPr/>
          </p:nvSpPr>
          <p:spPr>
            <a:xfrm>
              <a:off x="6832175" y="3871200"/>
              <a:ext cx="58800" cy="58800"/>
            </a:xfrm>
            <a:custGeom>
              <a:avLst/>
              <a:gdLst/>
              <a:ahLst/>
              <a:cxnLst/>
              <a:rect l="l" t="t" r="r" b="b"/>
              <a:pathLst>
                <a:path w="2352" h="2352" extrusionOk="0">
                  <a:moveTo>
                    <a:pt x="1" y="1"/>
                  </a:moveTo>
                  <a:lnTo>
                    <a:pt x="1" y="2352"/>
                  </a:lnTo>
                  <a:lnTo>
                    <a:pt x="2351" y="2352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40"/>
            <p:cNvSpPr/>
            <p:nvPr/>
          </p:nvSpPr>
          <p:spPr>
            <a:xfrm>
              <a:off x="6832175" y="3811500"/>
              <a:ext cx="58800" cy="59725"/>
            </a:xfrm>
            <a:custGeom>
              <a:avLst/>
              <a:gdLst/>
              <a:ahLst/>
              <a:cxnLst/>
              <a:rect l="l" t="t" r="r" b="b"/>
              <a:pathLst>
                <a:path w="2352" h="2389" extrusionOk="0">
                  <a:moveTo>
                    <a:pt x="1" y="0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0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40"/>
            <p:cNvSpPr/>
            <p:nvPr/>
          </p:nvSpPr>
          <p:spPr>
            <a:xfrm>
              <a:off x="6772475" y="3871200"/>
              <a:ext cx="59725" cy="58800"/>
            </a:xfrm>
            <a:custGeom>
              <a:avLst/>
              <a:gdLst/>
              <a:ahLst/>
              <a:cxnLst/>
              <a:rect l="l" t="t" r="r" b="b"/>
              <a:pathLst>
                <a:path w="2389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40"/>
            <p:cNvSpPr/>
            <p:nvPr/>
          </p:nvSpPr>
          <p:spPr>
            <a:xfrm>
              <a:off x="6890950" y="3871200"/>
              <a:ext cx="59750" cy="58800"/>
            </a:xfrm>
            <a:custGeom>
              <a:avLst/>
              <a:gdLst/>
              <a:ahLst/>
              <a:cxnLst/>
              <a:rect l="l" t="t" r="r" b="b"/>
              <a:pathLst>
                <a:path w="2390" h="2352" extrusionOk="0">
                  <a:moveTo>
                    <a:pt x="0" y="1"/>
                  </a:moveTo>
                  <a:lnTo>
                    <a:pt x="0" y="2352"/>
                  </a:lnTo>
                  <a:lnTo>
                    <a:pt x="2389" y="2352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40"/>
            <p:cNvSpPr/>
            <p:nvPr/>
          </p:nvSpPr>
          <p:spPr>
            <a:xfrm>
              <a:off x="6832175" y="3929975"/>
              <a:ext cx="58800" cy="59750"/>
            </a:xfrm>
            <a:custGeom>
              <a:avLst/>
              <a:gdLst/>
              <a:ahLst/>
              <a:cxnLst/>
              <a:rect l="l" t="t" r="r" b="b"/>
              <a:pathLst>
                <a:path w="2352" h="2390" extrusionOk="0">
                  <a:moveTo>
                    <a:pt x="1" y="1"/>
                  </a:moveTo>
                  <a:lnTo>
                    <a:pt x="1" y="2389"/>
                  </a:lnTo>
                  <a:lnTo>
                    <a:pt x="2351" y="2389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rgbClr val="833AB4">
                <a:alpha val="6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4948;p38">
            <a:extLst>
              <a:ext uri="{FF2B5EF4-FFF2-40B4-BE49-F238E27FC236}">
                <a16:creationId xmlns:a16="http://schemas.microsoft.com/office/drawing/2014/main" id="{50A6733D-7CB0-8F71-DFBB-554CA5453529}"/>
              </a:ext>
            </a:extLst>
          </p:cNvPr>
          <p:cNvSpPr txBox="1">
            <a:spLocks/>
          </p:cNvSpPr>
          <p:nvPr/>
        </p:nvSpPr>
        <p:spPr>
          <a:xfrm>
            <a:off x="720000" y="619412"/>
            <a:ext cx="77040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2300" b="0" i="1" u="none" strike="noStrike" cap="none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/>
            <a:r>
              <a:rPr lang="es-ES">
                <a:solidFill>
                  <a:schemeClr val="dk1"/>
                </a:solidFill>
              </a:rPr>
              <a:t>THANKS!</a:t>
            </a:r>
            <a:endParaRPr lang="es-ES" dirty="0">
              <a:solidFill>
                <a:schemeClr val="dk1"/>
              </a:solidFill>
            </a:endParaRPr>
          </a:p>
        </p:txBody>
      </p:sp>
      <p:sp>
        <p:nvSpPr>
          <p:cNvPr id="6" name="Google Shape;4949;p38">
            <a:extLst>
              <a:ext uri="{FF2B5EF4-FFF2-40B4-BE49-F238E27FC236}">
                <a16:creationId xmlns:a16="http://schemas.microsoft.com/office/drawing/2014/main" id="{2B094DE9-FF14-68E5-4C1B-E96245EE1451}"/>
              </a:ext>
            </a:extLst>
          </p:cNvPr>
          <p:cNvSpPr txBox="1">
            <a:spLocks/>
          </p:cNvSpPr>
          <p:nvPr/>
        </p:nvSpPr>
        <p:spPr>
          <a:xfrm>
            <a:off x="1757700" y="1896425"/>
            <a:ext cx="56286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ousine"/>
              <a:buChar char="●"/>
              <a:defRPr sz="1250" b="0" i="0" u="none" strike="noStrike" cap="none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accent3"/>
                </a:solidFill>
                <a:latin typeface="Cousine"/>
                <a:ea typeface="Cousine"/>
                <a:cs typeface="Cousine"/>
                <a:sym typeface="Cousine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es-ES" sz="2200" i="1" dirty="0">
                <a:solidFill>
                  <a:schemeClr val="dk2"/>
                </a:solidFill>
              </a:rPr>
              <a:t>Alguna pregunta?</a:t>
            </a:r>
          </a:p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endParaRPr lang="es-ES" sz="2500" i="1" dirty="0">
              <a:solidFill>
                <a:schemeClr val="dk2"/>
              </a:solidFill>
            </a:endParaRPr>
          </a:p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es-ES" sz="1300" dirty="0"/>
              <a:t>adrianrodry55@gmail.com </a:t>
            </a:r>
          </a:p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es-ES" sz="1300" dirty="0"/>
              <a:t>+91  616 200 826 </a:t>
            </a:r>
          </a:p>
          <a:p>
            <a:pPr marL="0" indent="0" algn="ctr">
              <a:buFont typeface="Cousine"/>
              <a:buNone/>
            </a:pPr>
            <a:r>
              <a:rPr lang="es-ES" sz="1300" dirty="0"/>
              <a:t>yourcompany.com</a:t>
            </a:r>
          </a:p>
        </p:txBody>
      </p:sp>
      <p:sp>
        <p:nvSpPr>
          <p:cNvPr id="7" name="Google Shape;4951;p38">
            <a:extLst>
              <a:ext uri="{FF2B5EF4-FFF2-40B4-BE49-F238E27FC236}">
                <a16:creationId xmlns:a16="http://schemas.microsoft.com/office/drawing/2014/main" id="{EF938890-2DFC-6BC9-B19C-7E84433087A8}"/>
              </a:ext>
            </a:extLst>
          </p:cNvPr>
          <p:cNvSpPr/>
          <p:nvPr/>
        </p:nvSpPr>
        <p:spPr>
          <a:xfrm>
            <a:off x="1410090" y="856248"/>
            <a:ext cx="6615196" cy="89335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s-ES" b="0" i="1" dirty="0">
                <a:ln w="3810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  <a:gradFill>
                  <a:gsLst>
                    <a:gs pos="0">
                      <a:schemeClr val="dk2"/>
                    </a:gs>
                    <a:gs pos="25000">
                      <a:schemeClr val="accent2"/>
                    </a:gs>
                    <a:gs pos="41000">
                      <a:schemeClr val="accent1"/>
                    </a:gs>
                    <a:gs pos="66000">
                      <a:srgbClr val="FF3B00"/>
                    </a:gs>
                    <a:gs pos="67000">
                      <a:schemeClr val="accent2"/>
                    </a:gs>
                    <a:gs pos="7400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atin typeface="Press Start 2P"/>
              </a:rPr>
              <a:t>Fin de la Presentación</a:t>
            </a:r>
            <a:endParaRPr b="0" i="1" dirty="0">
              <a:ln w="381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  <a:gradFill>
                <a:gsLst>
                  <a:gs pos="0">
                    <a:schemeClr val="dk2"/>
                  </a:gs>
                  <a:gs pos="25000">
                    <a:schemeClr val="accent2"/>
                  </a:gs>
                  <a:gs pos="41000">
                    <a:schemeClr val="accent1"/>
                  </a:gs>
                  <a:gs pos="66000">
                    <a:srgbClr val="FF3B00"/>
                  </a:gs>
                  <a:gs pos="67000">
                    <a:schemeClr val="accent2"/>
                  </a:gs>
                  <a:gs pos="7400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atin typeface="Press Start 2P"/>
            </a:endParaRPr>
          </a:p>
        </p:txBody>
      </p:sp>
      <p:sp>
        <p:nvSpPr>
          <p:cNvPr id="8" name="Google Shape;4953;p38">
            <a:extLst>
              <a:ext uri="{FF2B5EF4-FFF2-40B4-BE49-F238E27FC236}">
                <a16:creationId xmlns:a16="http://schemas.microsoft.com/office/drawing/2014/main" id="{68B9585D-03CD-5162-7219-D0FFB78360EC}"/>
              </a:ext>
            </a:extLst>
          </p:cNvPr>
          <p:cNvSpPr/>
          <p:nvPr/>
        </p:nvSpPr>
        <p:spPr>
          <a:xfrm flipH="1">
            <a:off x="1301463" y="2535000"/>
            <a:ext cx="73500" cy="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" name="Google Shape;5060;p38">
            <a:extLst>
              <a:ext uri="{FF2B5EF4-FFF2-40B4-BE49-F238E27FC236}">
                <a16:creationId xmlns:a16="http://schemas.microsoft.com/office/drawing/2014/main" id="{39CD6C1B-EBC1-4D9D-5FFC-968566A2E3B9}"/>
              </a:ext>
            </a:extLst>
          </p:cNvPr>
          <p:cNvGrpSpPr/>
          <p:nvPr/>
        </p:nvGrpSpPr>
        <p:grpSpPr>
          <a:xfrm>
            <a:off x="7179716" y="2872433"/>
            <a:ext cx="436565" cy="381997"/>
            <a:chOff x="6316827" y="2820597"/>
            <a:chExt cx="436565" cy="381997"/>
          </a:xfrm>
        </p:grpSpPr>
        <p:grpSp>
          <p:nvGrpSpPr>
            <p:cNvPr id="10" name="Google Shape;5061;p38">
              <a:extLst>
                <a:ext uri="{FF2B5EF4-FFF2-40B4-BE49-F238E27FC236}">
                  <a16:creationId xmlns:a16="http://schemas.microsoft.com/office/drawing/2014/main" id="{306FE0E7-7457-4A3E-4A71-7E3E8642D18A}"/>
                </a:ext>
              </a:extLst>
            </p:cNvPr>
            <p:cNvGrpSpPr/>
            <p:nvPr/>
          </p:nvGrpSpPr>
          <p:grpSpPr>
            <a:xfrm>
              <a:off x="6316827" y="2820597"/>
              <a:ext cx="436565" cy="381997"/>
              <a:chOff x="4278927" y="3974122"/>
              <a:chExt cx="436565" cy="381997"/>
            </a:xfrm>
          </p:grpSpPr>
          <p:sp>
            <p:nvSpPr>
              <p:cNvPr id="45" name="Google Shape;5062;p38">
                <a:extLst>
                  <a:ext uri="{FF2B5EF4-FFF2-40B4-BE49-F238E27FC236}">
                    <a16:creationId xmlns:a16="http://schemas.microsoft.com/office/drawing/2014/main" id="{240955C2-4636-4146-DEE1-E45E97CCBEE5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5063;p38">
                <a:extLst>
                  <a:ext uri="{FF2B5EF4-FFF2-40B4-BE49-F238E27FC236}">
                    <a16:creationId xmlns:a16="http://schemas.microsoft.com/office/drawing/2014/main" id="{1737D998-CA61-AE70-5213-1CA0D3B6F54C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5064;p38">
                <a:extLst>
                  <a:ext uri="{FF2B5EF4-FFF2-40B4-BE49-F238E27FC236}">
                    <a16:creationId xmlns:a16="http://schemas.microsoft.com/office/drawing/2014/main" id="{B2E9351F-8F9C-95A9-F105-9BF53652FA68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5065;p38">
                <a:extLst>
                  <a:ext uri="{FF2B5EF4-FFF2-40B4-BE49-F238E27FC236}">
                    <a16:creationId xmlns:a16="http://schemas.microsoft.com/office/drawing/2014/main" id="{EDD7559A-C31D-B763-8565-CC758A93ABC7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5066;p38">
                <a:extLst>
                  <a:ext uri="{FF2B5EF4-FFF2-40B4-BE49-F238E27FC236}">
                    <a16:creationId xmlns:a16="http://schemas.microsoft.com/office/drawing/2014/main" id="{1627CACD-5BA2-CF7F-AAA2-160DEEF14977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67;p38">
                <a:extLst>
                  <a:ext uri="{FF2B5EF4-FFF2-40B4-BE49-F238E27FC236}">
                    <a16:creationId xmlns:a16="http://schemas.microsoft.com/office/drawing/2014/main" id="{CE14CBA0-786A-BA4D-5E7A-DACAF35F3402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068;p38">
                <a:extLst>
                  <a:ext uri="{FF2B5EF4-FFF2-40B4-BE49-F238E27FC236}">
                    <a16:creationId xmlns:a16="http://schemas.microsoft.com/office/drawing/2014/main" id="{25227130-364E-DDCB-7FB9-4AB9F9204C75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069;p38">
                <a:extLst>
                  <a:ext uri="{FF2B5EF4-FFF2-40B4-BE49-F238E27FC236}">
                    <a16:creationId xmlns:a16="http://schemas.microsoft.com/office/drawing/2014/main" id="{3E754BFA-759C-7727-AD47-B7918E663DEF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070;p38">
                <a:extLst>
                  <a:ext uri="{FF2B5EF4-FFF2-40B4-BE49-F238E27FC236}">
                    <a16:creationId xmlns:a16="http://schemas.microsoft.com/office/drawing/2014/main" id="{19CBC674-F1D6-C69D-7F17-9846237483F1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071;p38">
                <a:extLst>
                  <a:ext uri="{FF2B5EF4-FFF2-40B4-BE49-F238E27FC236}">
                    <a16:creationId xmlns:a16="http://schemas.microsoft.com/office/drawing/2014/main" id="{404A0EE6-C8AB-887A-D0C6-C477DC4FB3DF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072;p38">
                <a:extLst>
                  <a:ext uri="{FF2B5EF4-FFF2-40B4-BE49-F238E27FC236}">
                    <a16:creationId xmlns:a16="http://schemas.microsoft.com/office/drawing/2014/main" id="{6DADDCEE-56A3-C615-04EE-539ABA746BF0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073;p38">
                <a:extLst>
                  <a:ext uri="{FF2B5EF4-FFF2-40B4-BE49-F238E27FC236}">
                    <a16:creationId xmlns:a16="http://schemas.microsoft.com/office/drawing/2014/main" id="{3AAE64F1-7830-6916-0B82-5E9C99B063D8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074;p38">
                <a:extLst>
                  <a:ext uri="{FF2B5EF4-FFF2-40B4-BE49-F238E27FC236}">
                    <a16:creationId xmlns:a16="http://schemas.microsoft.com/office/drawing/2014/main" id="{01A90E3E-2F02-F0F3-0F6D-A8D10390B170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075;p38">
                <a:extLst>
                  <a:ext uri="{FF2B5EF4-FFF2-40B4-BE49-F238E27FC236}">
                    <a16:creationId xmlns:a16="http://schemas.microsoft.com/office/drawing/2014/main" id="{3D2C95F2-2EFA-F8D4-E9F5-A10441B20102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076;p38">
                <a:extLst>
                  <a:ext uri="{FF2B5EF4-FFF2-40B4-BE49-F238E27FC236}">
                    <a16:creationId xmlns:a16="http://schemas.microsoft.com/office/drawing/2014/main" id="{3E20CACF-11FA-8D96-8E17-E86CB54F03AC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5077;p38">
                <a:extLst>
                  <a:ext uri="{FF2B5EF4-FFF2-40B4-BE49-F238E27FC236}">
                    <a16:creationId xmlns:a16="http://schemas.microsoft.com/office/drawing/2014/main" id="{1330D441-8985-C2B2-237A-12E3026049CA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5078;p38">
                <a:extLst>
                  <a:ext uri="{FF2B5EF4-FFF2-40B4-BE49-F238E27FC236}">
                    <a16:creationId xmlns:a16="http://schemas.microsoft.com/office/drawing/2014/main" id="{A58762EC-B418-28B7-19E6-DAF5A63B3755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5079;p38">
                <a:extLst>
                  <a:ext uri="{FF2B5EF4-FFF2-40B4-BE49-F238E27FC236}">
                    <a16:creationId xmlns:a16="http://schemas.microsoft.com/office/drawing/2014/main" id="{3A799EA2-FFA5-F8AB-400D-88C865B2AAA5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5080;p38">
                <a:extLst>
                  <a:ext uri="{FF2B5EF4-FFF2-40B4-BE49-F238E27FC236}">
                    <a16:creationId xmlns:a16="http://schemas.microsoft.com/office/drawing/2014/main" id="{9EBCD876-02A6-A4D5-BB70-E5F9AD323551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8" name="Google Shape;5081;p38">
                <a:extLst>
                  <a:ext uri="{FF2B5EF4-FFF2-40B4-BE49-F238E27FC236}">
                    <a16:creationId xmlns:a16="http://schemas.microsoft.com/office/drawing/2014/main" id="{0E7C8499-6600-3B37-CDC4-9D3FD2E4495F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9" name="Google Shape;5082;p38">
                <a:extLst>
                  <a:ext uri="{FF2B5EF4-FFF2-40B4-BE49-F238E27FC236}">
                    <a16:creationId xmlns:a16="http://schemas.microsoft.com/office/drawing/2014/main" id="{D902DCC6-B1EE-2878-ECC5-B926117FBEB5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0" name="Google Shape;5083;p38">
                <a:extLst>
                  <a:ext uri="{FF2B5EF4-FFF2-40B4-BE49-F238E27FC236}">
                    <a16:creationId xmlns:a16="http://schemas.microsoft.com/office/drawing/2014/main" id="{B6044D5E-F56E-64F2-0EFB-2C6AF8C60BA9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1" name="Google Shape;5084;p38">
                <a:extLst>
                  <a:ext uri="{FF2B5EF4-FFF2-40B4-BE49-F238E27FC236}">
                    <a16:creationId xmlns:a16="http://schemas.microsoft.com/office/drawing/2014/main" id="{88BF1884-8A7C-6E5B-75BD-EB30C9A55DA1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2" name="Google Shape;5085;p38">
                <a:extLst>
                  <a:ext uri="{FF2B5EF4-FFF2-40B4-BE49-F238E27FC236}">
                    <a16:creationId xmlns:a16="http://schemas.microsoft.com/office/drawing/2014/main" id="{B7679958-9689-8CA2-01AD-F3287A7AD6EE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3" name="Google Shape;5086;p38">
                <a:extLst>
                  <a:ext uri="{FF2B5EF4-FFF2-40B4-BE49-F238E27FC236}">
                    <a16:creationId xmlns:a16="http://schemas.microsoft.com/office/drawing/2014/main" id="{36963297-73D1-AD6B-D0FD-133B20B9C699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4" name="Google Shape;5087;p38">
                <a:extLst>
                  <a:ext uri="{FF2B5EF4-FFF2-40B4-BE49-F238E27FC236}">
                    <a16:creationId xmlns:a16="http://schemas.microsoft.com/office/drawing/2014/main" id="{2CEF0DD2-86F1-0CE8-A8AE-2427DD5D92AF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5" name="Google Shape;5088;p38">
                <a:extLst>
                  <a:ext uri="{FF2B5EF4-FFF2-40B4-BE49-F238E27FC236}">
                    <a16:creationId xmlns:a16="http://schemas.microsoft.com/office/drawing/2014/main" id="{375A2117-E2E6-1E1E-0D8A-24AEF4C73DAB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6" name="Google Shape;5089;p38">
                <a:extLst>
                  <a:ext uri="{FF2B5EF4-FFF2-40B4-BE49-F238E27FC236}">
                    <a16:creationId xmlns:a16="http://schemas.microsoft.com/office/drawing/2014/main" id="{C2D8964F-FFA2-B86A-9723-888C46D9F8F8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7" name="Google Shape;5090;p38">
                <a:extLst>
                  <a:ext uri="{FF2B5EF4-FFF2-40B4-BE49-F238E27FC236}">
                    <a16:creationId xmlns:a16="http://schemas.microsoft.com/office/drawing/2014/main" id="{62A78A30-3694-D947-5D3E-0B039F6439E7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8" name="Google Shape;5091;p38">
                <a:extLst>
                  <a:ext uri="{FF2B5EF4-FFF2-40B4-BE49-F238E27FC236}">
                    <a16:creationId xmlns:a16="http://schemas.microsoft.com/office/drawing/2014/main" id="{875BF8B7-ADE5-4F85-0EC2-3307F1DF3F3E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9" name="Google Shape;5092;p38">
                <a:extLst>
                  <a:ext uri="{FF2B5EF4-FFF2-40B4-BE49-F238E27FC236}">
                    <a16:creationId xmlns:a16="http://schemas.microsoft.com/office/drawing/2014/main" id="{22B1F8AA-C906-D444-97D6-0B179002BF70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0" name="Google Shape;5093;p38">
                <a:extLst>
                  <a:ext uri="{FF2B5EF4-FFF2-40B4-BE49-F238E27FC236}">
                    <a16:creationId xmlns:a16="http://schemas.microsoft.com/office/drawing/2014/main" id="{D5AB3CC1-12D7-330C-F79B-4DF1F56C9311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" name="Google Shape;5094;p38">
              <a:extLst>
                <a:ext uri="{FF2B5EF4-FFF2-40B4-BE49-F238E27FC236}">
                  <a16:creationId xmlns:a16="http://schemas.microsoft.com/office/drawing/2014/main" id="{815CE1CF-9B12-1C4A-A87C-5CB5656C918A}"/>
                </a:ext>
              </a:extLst>
            </p:cNvPr>
            <p:cNvSpPr/>
            <p:nvPr/>
          </p:nvSpPr>
          <p:spPr>
            <a:xfrm>
              <a:off x="6419850" y="2928950"/>
              <a:ext cx="238200" cy="17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5095;p38">
              <a:extLst>
                <a:ext uri="{FF2B5EF4-FFF2-40B4-BE49-F238E27FC236}">
                  <a16:creationId xmlns:a16="http://schemas.microsoft.com/office/drawing/2014/main" id="{27F09AFA-B91F-50F4-870F-727B8F666DB2}"/>
                </a:ext>
              </a:extLst>
            </p:cNvPr>
            <p:cNvGrpSpPr/>
            <p:nvPr/>
          </p:nvGrpSpPr>
          <p:grpSpPr>
            <a:xfrm>
              <a:off x="6316827" y="2820597"/>
              <a:ext cx="436565" cy="381997"/>
              <a:chOff x="4278927" y="3974122"/>
              <a:chExt cx="436565" cy="381997"/>
            </a:xfrm>
          </p:grpSpPr>
          <p:sp>
            <p:nvSpPr>
              <p:cNvPr id="13" name="Google Shape;5096;p38">
                <a:extLst>
                  <a:ext uri="{FF2B5EF4-FFF2-40B4-BE49-F238E27FC236}">
                    <a16:creationId xmlns:a16="http://schemas.microsoft.com/office/drawing/2014/main" id="{9E4A8219-62B3-952A-4D98-66B049C6459F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5097;p38">
                <a:extLst>
                  <a:ext uri="{FF2B5EF4-FFF2-40B4-BE49-F238E27FC236}">
                    <a16:creationId xmlns:a16="http://schemas.microsoft.com/office/drawing/2014/main" id="{1F984674-5AF0-D97D-7847-1BB3F5FB2FC0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5098;p38">
                <a:extLst>
                  <a:ext uri="{FF2B5EF4-FFF2-40B4-BE49-F238E27FC236}">
                    <a16:creationId xmlns:a16="http://schemas.microsoft.com/office/drawing/2014/main" id="{132C3507-FE84-1D2B-750A-CA5D057BBD22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5099;p38">
                <a:extLst>
                  <a:ext uri="{FF2B5EF4-FFF2-40B4-BE49-F238E27FC236}">
                    <a16:creationId xmlns:a16="http://schemas.microsoft.com/office/drawing/2014/main" id="{A111F0A9-A3A4-B02E-EFEB-2209FCBAC722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5100;p38">
                <a:extLst>
                  <a:ext uri="{FF2B5EF4-FFF2-40B4-BE49-F238E27FC236}">
                    <a16:creationId xmlns:a16="http://schemas.microsoft.com/office/drawing/2014/main" id="{11F47BE5-322C-6468-4B51-92AD52732C95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5101;p38">
                <a:extLst>
                  <a:ext uri="{FF2B5EF4-FFF2-40B4-BE49-F238E27FC236}">
                    <a16:creationId xmlns:a16="http://schemas.microsoft.com/office/drawing/2014/main" id="{2027927C-F9EF-ACD9-6EC4-027D064844F9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5102;p38">
                <a:extLst>
                  <a:ext uri="{FF2B5EF4-FFF2-40B4-BE49-F238E27FC236}">
                    <a16:creationId xmlns:a16="http://schemas.microsoft.com/office/drawing/2014/main" id="{D32A5CF4-A9EF-EFCF-DAFC-1EB6606471D5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5103;p38">
                <a:extLst>
                  <a:ext uri="{FF2B5EF4-FFF2-40B4-BE49-F238E27FC236}">
                    <a16:creationId xmlns:a16="http://schemas.microsoft.com/office/drawing/2014/main" id="{19B85BFA-AD00-C744-A356-D1E557B7BDE3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5104;p38">
                <a:extLst>
                  <a:ext uri="{FF2B5EF4-FFF2-40B4-BE49-F238E27FC236}">
                    <a16:creationId xmlns:a16="http://schemas.microsoft.com/office/drawing/2014/main" id="{FE7EDD2D-A45D-43FD-383C-5FF7A9094CE3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5105;p38">
                <a:extLst>
                  <a:ext uri="{FF2B5EF4-FFF2-40B4-BE49-F238E27FC236}">
                    <a16:creationId xmlns:a16="http://schemas.microsoft.com/office/drawing/2014/main" id="{94ECD1AD-CA68-553C-AF9D-3A57817E9B61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5106;p38">
                <a:extLst>
                  <a:ext uri="{FF2B5EF4-FFF2-40B4-BE49-F238E27FC236}">
                    <a16:creationId xmlns:a16="http://schemas.microsoft.com/office/drawing/2014/main" id="{B9457AA1-208A-3EF3-5CFA-F493525DD011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5107;p38">
                <a:extLst>
                  <a:ext uri="{FF2B5EF4-FFF2-40B4-BE49-F238E27FC236}">
                    <a16:creationId xmlns:a16="http://schemas.microsoft.com/office/drawing/2014/main" id="{ADADE309-1269-0645-4B7F-EF894C53B829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5108;p38">
                <a:extLst>
                  <a:ext uri="{FF2B5EF4-FFF2-40B4-BE49-F238E27FC236}">
                    <a16:creationId xmlns:a16="http://schemas.microsoft.com/office/drawing/2014/main" id="{FD8E1D51-5BC1-AC70-FC00-6027DE6F1911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5109;p38">
                <a:extLst>
                  <a:ext uri="{FF2B5EF4-FFF2-40B4-BE49-F238E27FC236}">
                    <a16:creationId xmlns:a16="http://schemas.microsoft.com/office/drawing/2014/main" id="{63D20FB5-BA0B-24C2-80F9-6062DA457B1F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5110;p38">
                <a:extLst>
                  <a:ext uri="{FF2B5EF4-FFF2-40B4-BE49-F238E27FC236}">
                    <a16:creationId xmlns:a16="http://schemas.microsoft.com/office/drawing/2014/main" id="{BA4BD7A7-BC12-8503-0121-1DC1CAC28294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5111;p38">
                <a:extLst>
                  <a:ext uri="{FF2B5EF4-FFF2-40B4-BE49-F238E27FC236}">
                    <a16:creationId xmlns:a16="http://schemas.microsoft.com/office/drawing/2014/main" id="{FD640D21-BF04-2B54-2C6A-0814802B42A3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5112;p38">
                <a:extLst>
                  <a:ext uri="{FF2B5EF4-FFF2-40B4-BE49-F238E27FC236}">
                    <a16:creationId xmlns:a16="http://schemas.microsoft.com/office/drawing/2014/main" id="{4CEEC2DB-26F9-F3FC-4882-F8EDA0A6E5CD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5113;p38">
                <a:extLst>
                  <a:ext uri="{FF2B5EF4-FFF2-40B4-BE49-F238E27FC236}">
                    <a16:creationId xmlns:a16="http://schemas.microsoft.com/office/drawing/2014/main" id="{0C6677E9-64C0-C4A0-DD7D-9137C711EE84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5114;p38">
                <a:extLst>
                  <a:ext uri="{FF2B5EF4-FFF2-40B4-BE49-F238E27FC236}">
                    <a16:creationId xmlns:a16="http://schemas.microsoft.com/office/drawing/2014/main" id="{3F2BEDF8-6E82-1530-24E5-A54BF41BD6EF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5115;p38">
                <a:extLst>
                  <a:ext uri="{FF2B5EF4-FFF2-40B4-BE49-F238E27FC236}">
                    <a16:creationId xmlns:a16="http://schemas.microsoft.com/office/drawing/2014/main" id="{100CFAA6-A339-F293-105F-F70152F838DE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5116;p38">
                <a:extLst>
                  <a:ext uri="{FF2B5EF4-FFF2-40B4-BE49-F238E27FC236}">
                    <a16:creationId xmlns:a16="http://schemas.microsoft.com/office/drawing/2014/main" id="{239E02F9-1033-CCB8-0A83-FF26C72ECA45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5117;p38">
                <a:extLst>
                  <a:ext uri="{FF2B5EF4-FFF2-40B4-BE49-F238E27FC236}">
                    <a16:creationId xmlns:a16="http://schemas.microsoft.com/office/drawing/2014/main" id="{EA4FC6D3-E13F-8DF2-C519-91A575F8DC6A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5118;p38">
                <a:extLst>
                  <a:ext uri="{FF2B5EF4-FFF2-40B4-BE49-F238E27FC236}">
                    <a16:creationId xmlns:a16="http://schemas.microsoft.com/office/drawing/2014/main" id="{E41D9F8A-B159-75ED-D775-B704C37765C8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5119;p38">
                <a:extLst>
                  <a:ext uri="{FF2B5EF4-FFF2-40B4-BE49-F238E27FC236}">
                    <a16:creationId xmlns:a16="http://schemas.microsoft.com/office/drawing/2014/main" id="{01794FCA-FAE0-A3ED-88F6-5D4FA03CCA26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5120;p38">
                <a:extLst>
                  <a:ext uri="{FF2B5EF4-FFF2-40B4-BE49-F238E27FC236}">
                    <a16:creationId xmlns:a16="http://schemas.microsoft.com/office/drawing/2014/main" id="{5265AF21-5949-1622-5101-5BEFACBCE7A4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5121;p38">
                <a:extLst>
                  <a:ext uri="{FF2B5EF4-FFF2-40B4-BE49-F238E27FC236}">
                    <a16:creationId xmlns:a16="http://schemas.microsoft.com/office/drawing/2014/main" id="{A49D993F-80C4-F841-44CF-2144F5ABA5F5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5122;p38">
                <a:extLst>
                  <a:ext uri="{FF2B5EF4-FFF2-40B4-BE49-F238E27FC236}">
                    <a16:creationId xmlns:a16="http://schemas.microsoft.com/office/drawing/2014/main" id="{D9A8EBDC-9306-4064-C9C1-B4F95D3D44CD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5123;p38">
                <a:extLst>
                  <a:ext uri="{FF2B5EF4-FFF2-40B4-BE49-F238E27FC236}">
                    <a16:creationId xmlns:a16="http://schemas.microsoft.com/office/drawing/2014/main" id="{8BD47D7C-1892-86CF-68B5-7910C52C9032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5124;p38">
                <a:extLst>
                  <a:ext uri="{FF2B5EF4-FFF2-40B4-BE49-F238E27FC236}">
                    <a16:creationId xmlns:a16="http://schemas.microsoft.com/office/drawing/2014/main" id="{8D170981-02AA-B311-1553-F1326F811B2F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5125;p38">
                <a:extLst>
                  <a:ext uri="{FF2B5EF4-FFF2-40B4-BE49-F238E27FC236}">
                    <a16:creationId xmlns:a16="http://schemas.microsoft.com/office/drawing/2014/main" id="{EE2057A7-E1DD-22BF-85FF-42106BFE8411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5126;p38">
                <a:extLst>
                  <a:ext uri="{FF2B5EF4-FFF2-40B4-BE49-F238E27FC236}">
                    <a16:creationId xmlns:a16="http://schemas.microsoft.com/office/drawing/2014/main" id="{F25AB5D4-3321-1253-6390-F2DEFEAFE95B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5127;p38">
                <a:extLst>
                  <a:ext uri="{FF2B5EF4-FFF2-40B4-BE49-F238E27FC236}">
                    <a16:creationId xmlns:a16="http://schemas.microsoft.com/office/drawing/2014/main" id="{6153CBB8-5C90-6DAD-5739-E4328E784E09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941" name="Google Shape;5128;p38">
            <a:extLst>
              <a:ext uri="{FF2B5EF4-FFF2-40B4-BE49-F238E27FC236}">
                <a16:creationId xmlns:a16="http://schemas.microsoft.com/office/drawing/2014/main" id="{36450435-F537-E61F-5832-EB7C1F2F2FF4}"/>
              </a:ext>
            </a:extLst>
          </p:cNvPr>
          <p:cNvSpPr/>
          <p:nvPr/>
        </p:nvSpPr>
        <p:spPr>
          <a:xfrm flipH="1">
            <a:off x="2338863" y="2747100"/>
            <a:ext cx="73500" cy="7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42" name="Google Shape;5129;p38">
            <a:extLst>
              <a:ext uri="{FF2B5EF4-FFF2-40B4-BE49-F238E27FC236}">
                <a16:creationId xmlns:a16="http://schemas.microsoft.com/office/drawing/2014/main" id="{3C74FA94-3CE0-E823-ACB7-A212FD721BEF}"/>
              </a:ext>
            </a:extLst>
          </p:cNvPr>
          <p:cNvGrpSpPr/>
          <p:nvPr/>
        </p:nvGrpSpPr>
        <p:grpSpPr>
          <a:xfrm>
            <a:off x="477279" y="1154341"/>
            <a:ext cx="600271" cy="491134"/>
            <a:chOff x="477279" y="1154341"/>
            <a:chExt cx="600271" cy="491134"/>
          </a:xfrm>
        </p:grpSpPr>
        <p:grpSp>
          <p:nvGrpSpPr>
            <p:cNvPr id="4943" name="Google Shape;5130;p38">
              <a:extLst>
                <a:ext uri="{FF2B5EF4-FFF2-40B4-BE49-F238E27FC236}">
                  <a16:creationId xmlns:a16="http://schemas.microsoft.com/office/drawing/2014/main" id="{C3D4151B-1BCE-9960-A6DE-369675DA095A}"/>
                </a:ext>
              </a:extLst>
            </p:cNvPr>
            <p:cNvGrpSpPr/>
            <p:nvPr/>
          </p:nvGrpSpPr>
          <p:grpSpPr>
            <a:xfrm>
              <a:off x="477279" y="1154341"/>
              <a:ext cx="600271" cy="491134"/>
              <a:chOff x="983041" y="3919553"/>
              <a:chExt cx="600271" cy="491134"/>
            </a:xfrm>
          </p:grpSpPr>
          <p:sp>
            <p:nvSpPr>
              <p:cNvPr id="6219" name="Google Shape;5131;p38">
                <a:extLst>
                  <a:ext uri="{FF2B5EF4-FFF2-40B4-BE49-F238E27FC236}">
                    <a16:creationId xmlns:a16="http://schemas.microsoft.com/office/drawing/2014/main" id="{22C3928A-6B91-3F73-7DCE-2B3DAD4D6D2B}"/>
                  </a:ext>
                </a:extLst>
              </p:cNvPr>
              <p:cNvSpPr/>
              <p:nvPr/>
            </p:nvSpPr>
            <p:spPr>
              <a:xfrm>
                <a:off x="1528744" y="4356101"/>
                <a:ext cx="54568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0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0" name="Google Shape;5132;p38">
                <a:extLst>
                  <a:ext uri="{FF2B5EF4-FFF2-40B4-BE49-F238E27FC236}">
                    <a16:creationId xmlns:a16="http://schemas.microsoft.com/office/drawing/2014/main" id="{2AA6D406-BECF-25EF-D8E0-E59E5BA31843}"/>
                  </a:ext>
                </a:extLst>
              </p:cNvPr>
              <p:cNvSpPr/>
              <p:nvPr/>
            </p:nvSpPr>
            <p:spPr>
              <a:xfrm>
                <a:off x="1474157" y="4356101"/>
                <a:ext cx="54605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0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1" y="3020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1" name="Google Shape;5133;p38">
                <a:extLst>
                  <a:ext uri="{FF2B5EF4-FFF2-40B4-BE49-F238E27FC236}">
                    <a16:creationId xmlns:a16="http://schemas.microsoft.com/office/drawing/2014/main" id="{0ECE193D-CCD7-D959-705F-54987CA5AFA6}"/>
                  </a:ext>
                </a:extLst>
              </p:cNvPr>
              <p:cNvSpPr/>
              <p:nvPr/>
            </p:nvSpPr>
            <p:spPr>
              <a:xfrm>
                <a:off x="1419589" y="4356101"/>
                <a:ext cx="54586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2" name="Google Shape;5134;p38">
                <a:extLst>
                  <a:ext uri="{FF2B5EF4-FFF2-40B4-BE49-F238E27FC236}">
                    <a16:creationId xmlns:a16="http://schemas.microsoft.com/office/drawing/2014/main" id="{D89981AA-D22A-D003-10C1-D181FC69B9C1}"/>
                  </a:ext>
                </a:extLst>
              </p:cNvPr>
              <p:cNvSpPr/>
              <p:nvPr/>
            </p:nvSpPr>
            <p:spPr>
              <a:xfrm>
                <a:off x="1365038" y="4356101"/>
                <a:ext cx="54568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3" name="Google Shape;5135;p38">
                <a:extLst>
                  <a:ext uri="{FF2B5EF4-FFF2-40B4-BE49-F238E27FC236}">
                    <a16:creationId xmlns:a16="http://schemas.microsoft.com/office/drawing/2014/main" id="{B8DDAA16-B96E-ABF0-F143-916ACEFAB0CB}"/>
                  </a:ext>
                </a:extLst>
              </p:cNvPr>
              <p:cNvSpPr/>
              <p:nvPr/>
            </p:nvSpPr>
            <p:spPr>
              <a:xfrm>
                <a:off x="1146746" y="4356101"/>
                <a:ext cx="54605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4" name="Google Shape;5136;p38">
                <a:extLst>
                  <a:ext uri="{FF2B5EF4-FFF2-40B4-BE49-F238E27FC236}">
                    <a16:creationId xmlns:a16="http://schemas.microsoft.com/office/drawing/2014/main" id="{F3BBEE85-CF44-3427-0363-814C6A268235}"/>
                  </a:ext>
                </a:extLst>
              </p:cNvPr>
              <p:cNvSpPr/>
              <p:nvPr/>
            </p:nvSpPr>
            <p:spPr>
              <a:xfrm>
                <a:off x="1092160" y="4356101"/>
                <a:ext cx="54605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5" name="Google Shape;5137;p38">
                <a:extLst>
                  <a:ext uri="{FF2B5EF4-FFF2-40B4-BE49-F238E27FC236}">
                    <a16:creationId xmlns:a16="http://schemas.microsoft.com/office/drawing/2014/main" id="{DD0A4E12-D7D2-6976-6EB4-4E1E94D550A5}"/>
                  </a:ext>
                </a:extLst>
              </p:cNvPr>
              <p:cNvSpPr/>
              <p:nvPr/>
            </p:nvSpPr>
            <p:spPr>
              <a:xfrm>
                <a:off x="1037610" y="4356101"/>
                <a:ext cx="54568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0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6" name="Google Shape;5138;p38">
                <a:extLst>
                  <a:ext uri="{FF2B5EF4-FFF2-40B4-BE49-F238E27FC236}">
                    <a16:creationId xmlns:a16="http://schemas.microsoft.com/office/drawing/2014/main" id="{21561EBB-F09C-47AF-F320-99BCB1B05433}"/>
                  </a:ext>
                </a:extLst>
              </p:cNvPr>
              <p:cNvSpPr/>
              <p:nvPr/>
            </p:nvSpPr>
            <p:spPr>
              <a:xfrm>
                <a:off x="983041" y="4356101"/>
                <a:ext cx="54586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7" name="Google Shape;5139;p38">
                <a:extLst>
                  <a:ext uri="{FF2B5EF4-FFF2-40B4-BE49-F238E27FC236}">
                    <a16:creationId xmlns:a16="http://schemas.microsoft.com/office/drawing/2014/main" id="{9BE34637-E435-AFC8-42C2-D0F4D21C4CBA}"/>
                  </a:ext>
                </a:extLst>
              </p:cNvPr>
              <p:cNvSpPr/>
              <p:nvPr/>
            </p:nvSpPr>
            <p:spPr>
              <a:xfrm>
                <a:off x="1419589" y="4301550"/>
                <a:ext cx="54586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8" name="Google Shape;5140;p38">
                <a:extLst>
                  <a:ext uri="{FF2B5EF4-FFF2-40B4-BE49-F238E27FC236}">
                    <a16:creationId xmlns:a16="http://schemas.microsoft.com/office/drawing/2014/main" id="{9F30A522-CFDB-0186-8DE4-934DCB1DFF27}"/>
                  </a:ext>
                </a:extLst>
              </p:cNvPr>
              <p:cNvSpPr/>
              <p:nvPr/>
            </p:nvSpPr>
            <p:spPr>
              <a:xfrm>
                <a:off x="1092160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9" name="Google Shape;5141;p38">
                <a:extLst>
                  <a:ext uri="{FF2B5EF4-FFF2-40B4-BE49-F238E27FC236}">
                    <a16:creationId xmlns:a16="http://schemas.microsoft.com/office/drawing/2014/main" id="{7EB67AA2-3710-EC95-C3B9-C6193CFE2E5E}"/>
                  </a:ext>
                </a:extLst>
              </p:cNvPr>
              <p:cNvSpPr/>
              <p:nvPr/>
            </p:nvSpPr>
            <p:spPr>
              <a:xfrm>
                <a:off x="1528744" y="4246964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0" name="Google Shape;5142;p38">
                <a:extLst>
                  <a:ext uri="{FF2B5EF4-FFF2-40B4-BE49-F238E27FC236}">
                    <a16:creationId xmlns:a16="http://schemas.microsoft.com/office/drawing/2014/main" id="{79FFA57E-A110-E276-E0E9-7B76BABF343D}"/>
                  </a:ext>
                </a:extLst>
              </p:cNvPr>
              <p:cNvSpPr/>
              <p:nvPr/>
            </p:nvSpPr>
            <p:spPr>
              <a:xfrm>
                <a:off x="1419589" y="4246964"/>
                <a:ext cx="54586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1" name="Google Shape;5143;p38">
                <a:extLst>
                  <a:ext uri="{FF2B5EF4-FFF2-40B4-BE49-F238E27FC236}">
                    <a16:creationId xmlns:a16="http://schemas.microsoft.com/office/drawing/2014/main" id="{038D26E7-703F-7078-41E0-61EC72CC1143}"/>
                  </a:ext>
                </a:extLst>
              </p:cNvPr>
              <p:cNvSpPr/>
              <p:nvPr/>
            </p:nvSpPr>
            <p:spPr>
              <a:xfrm>
                <a:off x="1365038" y="4246964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2" name="Google Shape;5144;p38">
                <a:extLst>
                  <a:ext uri="{FF2B5EF4-FFF2-40B4-BE49-F238E27FC236}">
                    <a16:creationId xmlns:a16="http://schemas.microsoft.com/office/drawing/2014/main" id="{7D45D983-036C-6F48-F08C-0ED2B82177E4}"/>
                  </a:ext>
                </a:extLst>
              </p:cNvPr>
              <p:cNvSpPr/>
              <p:nvPr/>
            </p:nvSpPr>
            <p:spPr>
              <a:xfrm>
                <a:off x="1310452" y="4246964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3" name="Google Shape;5145;p38">
                <a:extLst>
                  <a:ext uri="{FF2B5EF4-FFF2-40B4-BE49-F238E27FC236}">
                    <a16:creationId xmlns:a16="http://schemas.microsoft.com/office/drawing/2014/main" id="{5B1E2758-369D-6655-A00C-0ABE6333EA49}"/>
                  </a:ext>
                </a:extLst>
              </p:cNvPr>
              <p:cNvSpPr/>
              <p:nvPr/>
            </p:nvSpPr>
            <p:spPr>
              <a:xfrm>
                <a:off x="1255865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4" name="Google Shape;5146;p38">
                <a:extLst>
                  <a:ext uri="{FF2B5EF4-FFF2-40B4-BE49-F238E27FC236}">
                    <a16:creationId xmlns:a16="http://schemas.microsoft.com/office/drawing/2014/main" id="{5513C5D6-913A-171D-7898-10F09C55A47D}"/>
                  </a:ext>
                </a:extLst>
              </p:cNvPr>
              <p:cNvSpPr/>
              <p:nvPr/>
            </p:nvSpPr>
            <p:spPr>
              <a:xfrm>
                <a:off x="1201333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5" name="Google Shape;5147;p38">
                <a:extLst>
                  <a:ext uri="{FF2B5EF4-FFF2-40B4-BE49-F238E27FC236}">
                    <a16:creationId xmlns:a16="http://schemas.microsoft.com/office/drawing/2014/main" id="{AB3B9F64-9354-B188-83AB-98D9ABB95EF5}"/>
                  </a:ext>
                </a:extLst>
              </p:cNvPr>
              <p:cNvSpPr/>
              <p:nvPr/>
            </p:nvSpPr>
            <p:spPr>
              <a:xfrm>
                <a:off x="1146746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6" name="Google Shape;5148;p38">
                <a:extLst>
                  <a:ext uri="{FF2B5EF4-FFF2-40B4-BE49-F238E27FC236}">
                    <a16:creationId xmlns:a16="http://schemas.microsoft.com/office/drawing/2014/main" id="{A151ABE0-60A2-2E82-47AF-03745D529287}"/>
                  </a:ext>
                </a:extLst>
              </p:cNvPr>
              <p:cNvSpPr/>
              <p:nvPr/>
            </p:nvSpPr>
            <p:spPr>
              <a:xfrm>
                <a:off x="1092160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7" name="Google Shape;5149;p38">
                <a:extLst>
                  <a:ext uri="{FF2B5EF4-FFF2-40B4-BE49-F238E27FC236}">
                    <a16:creationId xmlns:a16="http://schemas.microsoft.com/office/drawing/2014/main" id="{AEBC1125-07A8-53E9-33B7-3CAC5CE7D196}"/>
                  </a:ext>
                </a:extLst>
              </p:cNvPr>
              <p:cNvSpPr/>
              <p:nvPr/>
            </p:nvSpPr>
            <p:spPr>
              <a:xfrm>
                <a:off x="1528744" y="4192432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8" name="Google Shape;5150;p38">
                <a:extLst>
                  <a:ext uri="{FF2B5EF4-FFF2-40B4-BE49-F238E27FC236}">
                    <a16:creationId xmlns:a16="http://schemas.microsoft.com/office/drawing/2014/main" id="{8AD2FA62-43CF-28EB-80FC-5EC694455B1B}"/>
                  </a:ext>
                </a:extLst>
              </p:cNvPr>
              <p:cNvSpPr/>
              <p:nvPr/>
            </p:nvSpPr>
            <p:spPr>
              <a:xfrm>
                <a:off x="1419589" y="4192432"/>
                <a:ext cx="54586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9" name="Google Shape;5151;p38">
                <a:extLst>
                  <a:ext uri="{FF2B5EF4-FFF2-40B4-BE49-F238E27FC236}">
                    <a16:creationId xmlns:a16="http://schemas.microsoft.com/office/drawing/2014/main" id="{D647362B-F91A-9B35-4C16-1D517F4A51CE}"/>
                  </a:ext>
                </a:extLst>
              </p:cNvPr>
              <p:cNvSpPr/>
              <p:nvPr/>
            </p:nvSpPr>
            <p:spPr>
              <a:xfrm>
                <a:off x="1365038" y="4192432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0" name="Google Shape;5152;p38">
                <a:extLst>
                  <a:ext uri="{FF2B5EF4-FFF2-40B4-BE49-F238E27FC236}">
                    <a16:creationId xmlns:a16="http://schemas.microsoft.com/office/drawing/2014/main" id="{5B5FB00D-C6BE-0E0A-94C8-F64957F9D226}"/>
                  </a:ext>
                </a:extLst>
              </p:cNvPr>
              <p:cNvSpPr/>
              <p:nvPr/>
            </p:nvSpPr>
            <p:spPr>
              <a:xfrm>
                <a:off x="1310452" y="4192432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1" name="Google Shape;5153;p38">
                <a:extLst>
                  <a:ext uri="{FF2B5EF4-FFF2-40B4-BE49-F238E27FC236}">
                    <a16:creationId xmlns:a16="http://schemas.microsoft.com/office/drawing/2014/main" id="{EF0BDEEF-0073-A303-8899-2DD4A445A388}"/>
                  </a:ext>
                </a:extLst>
              </p:cNvPr>
              <p:cNvSpPr/>
              <p:nvPr/>
            </p:nvSpPr>
            <p:spPr>
              <a:xfrm>
                <a:off x="1201333" y="4192432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2" name="Google Shape;5154;p38">
                <a:extLst>
                  <a:ext uri="{FF2B5EF4-FFF2-40B4-BE49-F238E27FC236}">
                    <a16:creationId xmlns:a16="http://schemas.microsoft.com/office/drawing/2014/main" id="{DE9A2234-1D5D-029E-D2A5-26702AD19146}"/>
                  </a:ext>
                </a:extLst>
              </p:cNvPr>
              <p:cNvSpPr/>
              <p:nvPr/>
            </p:nvSpPr>
            <p:spPr>
              <a:xfrm>
                <a:off x="1146746" y="4192432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3" name="Google Shape;5155;p38">
                <a:extLst>
                  <a:ext uri="{FF2B5EF4-FFF2-40B4-BE49-F238E27FC236}">
                    <a16:creationId xmlns:a16="http://schemas.microsoft.com/office/drawing/2014/main" id="{2AF25696-02DA-789F-4A03-2051CEFA6E36}"/>
                  </a:ext>
                </a:extLst>
              </p:cNvPr>
              <p:cNvSpPr/>
              <p:nvPr/>
            </p:nvSpPr>
            <p:spPr>
              <a:xfrm>
                <a:off x="1092160" y="4192432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4" name="Google Shape;5156;p38">
                <a:extLst>
                  <a:ext uri="{FF2B5EF4-FFF2-40B4-BE49-F238E27FC236}">
                    <a16:creationId xmlns:a16="http://schemas.microsoft.com/office/drawing/2014/main" id="{331044E0-1532-6AA4-7ABE-06757150F60D}"/>
                  </a:ext>
                </a:extLst>
              </p:cNvPr>
              <p:cNvSpPr/>
              <p:nvPr/>
            </p:nvSpPr>
            <p:spPr>
              <a:xfrm>
                <a:off x="1528744" y="4137845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5" name="Google Shape;5157;p38">
                <a:extLst>
                  <a:ext uri="{FF2B5EF4-FFF2-40B4-BE49-F238E27FC236}">
                    <a16:creationId xmlns:a16="http://schemas.microsoft.com/office/drawing/2014/main" id="{F1BD4348-6BAB-E2BF-CDD9-54253FE14F6D}"/>
                  </a:ext>
                </a:extLst>
              </p:cNvPr>
              <p:cNvSpPr/>
              <p:nvPr/>
            </p:nvSpPr>
            <p:spPr>
              <a:xfrm>
                <a:off x="1474157" y="4137845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1" y="3020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6" name="Google Shape;5158;p38">
                <a:extLst>
                  <a:ext uri="{FF2B5EF4-FFF2-40B4-BE49-F238E27FC236}">
                    <a16:creationId xmlns:a16="http://schemas.microsoft.com/office/drawing/2014/main" id="{FC7D635E-A49F-E511-858B-6071FC947629}"/>
                  </a:ext>
                </a:extLst>
              </p:cNvPr>
              <p:cNvSpPr/>
              <p:nvPr/>
            </p:nvSpPr>
            <p:spPr>
              <a:xfrm>
                <a:off x="1419589" y="4137845"/>
                <a:ext cx="54586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7" name="Google Shape;5159;p38">
                <a:extLst>
                  <a:ext uri="{FF2B5EF4-FFF2-40B4-BE49-F238E27FC236}">
                    <a16:creationId xmlns:a16="http://schemas.microsoft.com/office/drawing/2014/main" id="{48E3AF08-A3BF-F520-D2FE-63DC45962246}"/>
                  </a:ext>
                </a:extLst>
              </p:cNvPr>
              <p:cNvSpPr/>
              <p:nvPr/>
            </p:nvSpPr>
            <p:spPr>
              <a:xfrm>
                <a:off x="1365038" y="4137845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5" name="Google Shape;5160;p38">
                <a:extLst>
                  <a:ext uri="{FF2B5EF4-FFF2-40B4-BE49-F238E27FC236}">
                    <a16:creationId xmlns:a16="http://schemas.microsoft.com/office/drawing/2014/main" id="{2C18B71F-234C-F539-0EF3-C0800D40D550}"/>
                  </a:ext>
                </a:extLst>
              </p:cNvPr>
              <p:cNvSpPr/>
              <p:nvPr/>
            </p:nvSpPr>
            <p:spPr>
              <a:xfrm>
                <a:off x="1310452" y="4137845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6" name="Google Shape;5161;p38">
                <a:extLst>
                  <a:ext uri="{FF2B5EF4-FFF2-40B4-BE49-F238E27FC236}">
                    <a16:creationId xmlns:a16="http://schemas.microsoft.com/office/drawing/2014/main" id="{8583580C-C7F4-044A-FB04-A114BCC4C076}"/>
                  </a:ext>
                </a:extLst>
              </p:cNvPr>
              <p:cNvSpPr/>
              <p:nvPr/>
            </p:nvSpPr>
            <p:spPr>
              <a:xfrm>
                <a:off x="1255865" y="4137845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1" y="3020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7" name="Google Shape;5162;p38">
                <a:extLst>
                  <a:ext uri="{FF2B5EF4-FFF2-40B4-BE49-F238E27FC236}">
                    <a16:creationId xmlns:a16="http://schemas.microsoft.com/office/drawing/2014/main" id="{3199B66E-4B35-53F9-28D2-DBBA1CF8F4FD}"/>
                  </a:ext>
                </a:extLst>
              </p:cNvPr>
              <p:cNvSpPr/>
              <p:nvPr/>
            </p:nvSpPr>
            <p:spPr>
              <a:xfrm>
                <a:off x="1201333" y="4137845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8" name="Google Shape;5163;p38">
                <a:extLst>
                  <a:ext uri="{FF2B5EF4-FFF2-40B4-BE49-F238E27FC236}">
                    <a16:creationId xmlns:a16="http://schemas.microsoft.com/office/drawing/2014/main" id="{A9F5F1D0-E517-BFD7-AEC7-95369921E1AD}"/>
                  </a:ext>
                </a:extLst>
              </p:cNvPr>
              <p:cNvSpPr/>
              <p:nvPr/>
            </p:nvSpPr>
            <p:spPr>
              <a:xfrm>
                <a:off x="1146746" y="4137845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9" name="Google Shape;5164;p38">
                <a:extLst>
                  <a:ext uri="{FF2B5EF4-FFF2-40B4-BE49-F238E27FC236}">
                    <a16:creationId xmlns:a16="http://schemas.microsoft.com/office/drawing/2014/main" id="{B8134A51-541C-DA4B-8305-2F1CB87702E6}"/>
                  </a:ext>
                </a:extLst>
              </p:cNvPr>
              <p:cNvSpPr/>
              <p:nvPr/>
            </p:nvSpPr>
            <p:spPr>
              <a:xfrm>
                <a:off x="1092160" y="4137845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0" name="Google Shape;5165;p38">
                <a:extLst>
                  <a:ext uri="{FF2B5EF4-FFF2-40B4-BE49-F238E27FC236}">
                    <a16:creationId xmlns:a16="http://schemas.microsoft.com/office/drawing/2014/main" id="{2BAC1DAB-A2E0-B708-994E-8517073DE7E9}"/>
                  </a:ext>
                </a:extLst>
              </p:cNvPr>
              <p:cNvSpPr/>
              <p:nvPr/>
            </p:nvSpPr>
            <p:spPr>
              <a:xfrm>
                <a:off x="1037610" y="4137845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1" name="Google Shape;5166;p38">
                <a:extLst>
                  <a:ext uri="{FF2B5EF4-FFF2-40B4-BE49-F238E27FC236}">
                    <a16:creationId xmlns:a16="http://schemas.microsoft.com/office/drawing/2014/main" id="{AEAD49B6-E488-378F-71C1-C5CF00247378}"/>
                  </a:ext>
                </a:extLst>
              </p:cNvPr>
              <p:cNvSpPr/>
              <p:nvPr/>
            </p:nvSpPr>
            <p:spPr>
              <a:xfrm>
                <a:off x="147415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1" y="3020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1" name="Google Shape;5167;p38">
                <a:extLst>
                  <a:ext uri="{FF2B5EF4-FFF2-40B4-BE49-F238E27FC236}">
                    <a16:creationId xmlns:a16="http://schemas.microsoft.com/office/drawing/2014/main" id="{0AD32D41-6E61-D036-0F90-69EBA35D1C43}"/>
                  </a:ext>
                </a:extLst>
              </p:cNvPr>
              <p:cNvSpPr/>
              <p:nvPr/>
            </p:nvSpPr>
            <p:spPr>
              <a:xfrm>
                <a:off x="1419589" y="4083259"/>
                <a:ext cx="54586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2" name="Google Shape;5168;p38">
                <a:extLst>
                  <a:ext uri="{FF2B5EF4-FFF2-40B4-BE49-F238E27FC236}">
                    <a16:creationId xmlns:a16="http://schemas.microsoft.com/office/drawing/2014/main" id="{5E05D34B-D7BE-8A2C-0959-5C4F9AB76E19}"/>
                  </a:ext>
                </a:extLst>
              </p:cNvPr>
              <p:cNvSpPr/>
              <p:nvPr/>
            </p:nvSpPr>
            <p:spPr>
              <a:xfrm>
                <a:off x="1310452" y="4083259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3" name="Google Shape;5169;p38">
                <a:extLst>
                  <a:ext uri="{FF2B5EF4-FFF2-40B4-BE49-F238E27FC236}">
                    <a16:creationId xmlns:a16="http://schemas.microsoft.com/office/drawing/2014/main" id="{D4EC86D6-F641-6CFC-931F-4CFC3D6FF007}"/>
                  </a:ext>
                </a:extLst>
              </p:cNvPr>
              <p:cNvSpPr/>
              <p:nvPr/>
            </p:nvSpPr>
            <p:spPr>
              <a:xfrm>
                <a:off x="1146746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4" name="Google Shape;5170;p38">
                <a:extLst>
                  <a:ext uri="{FF2B5EF4-FFF2-40B4-BE49-F238E27FC236}">
                    <a16:creationId xmlns:a16="http://schemas.microsoft.com/office/drawing/2014/main" id="{D398E851-D2DC-4D15-2214-14B9DEE5DA8B}"/>
                  </a:ext>
                </a:extLst>
              </p:cNvPr>
              <p:cNvSpPr/>
              <p:nvPr/>
            </p:nvSpPr>
            <p:spPr>
              <a:xfrm>
                <a:off x="1092160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5" name="Google Shape;5171;p38">
                <a:extLst>
                  <a:ext uri="{FF2B5EF4-FFF2-40B4-BE49-F238E27FC236}">
                    <a16:creationId xmlns:a16="http://schemas.microsoft.com/office/drawing/2014/main" id="{E20D2081-9013-CB6C-94EF-00574C212D0C}"/>
                  </a:ext>
                </a:extLst>
              </p:cNvPr>
              <p:cNvSpPr/>
              <p:nvPr/>
            </p:nvSpPr>
            <p:spPr>
              <a:xfrm>
                <a:off x="1037610" y="4083259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6" name="Google Shape;5172;p38">
                <a:extLst>
                  <a:ext uri="{FF2B5EF4-FFF2-40B4-BE49-F238E27FC236}">
                    <a16:creationId xmlns:a16="http://schemas.microsoft.com/office/drawing/2014/main" id="{CD31933F-FDAB-0A8E-0176-587E4ECC06DA}"/>
                  </a:ext>
                </a:extLst>
              </p:cNvPr>
              <p:cNvSpPr/>
              <p:nvPr/>
            </p:nvSpPr>
            <p:spPr>
              <a:xfrm>
                <a:off x="983041" y="4083259"/>
                <a:ext cx="54586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7" name="Google Shape;5173;p38">
                <a:extLst>
                  <a:ext uri="{FF2B5EF4-FFF2-40B4-BE49-F238E27FC236}">
                    <a16:creationId xmlns:a16="http://schemas.microsoft.com/office/drawing/2014/main" id="{2698BFB2-699B-B4F4-ED64-0D2E40B56E6E}"/>
                  </a:ext>
                </a:extLst>
              </p:cNvPr>
              <p:cNvSpPr/>
              <p:nvPr/>
            </p:nvSpPr>
            <p:spPr>
              <a:xfrm>
                <a:off x="1419589" y="4028708"/>
                <a:ext cx="54586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8" name="Google Shape;5174;p38">
                <a:extLst>
                  <a:ext uri="{FF2B5EF4-FFF2-40B4-BE49-F238E27FC236}">
                    <a16:creationId xmlns:a16="http://schemas.microsoft.com/office/drawing/2014/main" id="{B6BF8F2A-3280-ED90-7D17-40074AB239E4}"/>
                  </a:ext>
                </a:extLst>
              </p:cNvPr>
              <p:cNvSpPr/>
              <p:nvPr/>
            </p:nvSpPr>
            <p:spPr>
              <a:xfrm>
                <a:off x="1365038" y="4028708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0" name="Google Shape;5175;p38">
                <a:extLst>
                  <a:ext uri="{FF2B5EF4-FFF2-40B4-BE49-F238E27FC236}">
                    <a16:creationId xmlns:a16="http://schemas.microsoft.com/office/drawing/2014/main" id="{02F81F52-9703-5112-C520-FD71CCD4AF68}"/>
                  </a:ext>
                </a:extLst>
              </p:cNvPr>
              <p:cNvSpPr/>
              <p:nvPr/>
            </p:nvSpPr>
            <p:spPr>
              <a:xfrm>
                <a:off x="1310452" y="4028708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1" name="Google Shape;5176;p38">
                <a:extLst>
                  <a:ext uri="{FF2B5EF4-FFF2-40B4-BE49-F238E27FC236}">
                    <a16:creationId xmlns:a16="http://schemas.microsoft.com/office/drawing/2014/main" id="{1AB54E8D-7B66-9B64-29E5-34447DE6D4C6}"/>
                  </a:ext>
                </a:extLst>
              </p:cNvPr>
              <p:cNvSpPr/>
              <p:nvPr/>
            </p:nvSpPr>
            <p:spPr>
              <a:xfrm>
                <a:off x="1255865" y="4028708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2" name="Google Shape;5177;p38">
                <a:extLst>
                  <a:ext uri="{FF2B5EF4-FFF2-40B4-BE49-F238E27FC236}">
                    <a16:creationId xmlns:a16="http://schemas.microsoft.com/office/drawing/2014/main" id="{3ABFF3C6-49F5-DD09-7554-9472798F5571}"/>
                  </a:ext>
                </a:extLst>
              </p:cNvPr>
              <p:cNvSpPr/>
              <p:nvPr/>
            </p:nvSpPr>
            <p:spPr>
              <a:xfrm>
                <a:off x="1201333" y="4028708"/>
                <a:ext cx="54550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3" name="Google Shape;5178;p38">
                <a:extLst>
                  <a:ext uri="{FF2B5EF4-FFF2-40B4-BE49-F238E27FC236}">
                    <a16:creationId xmlns:a16="http://schemas.microsoft.com/office/drawing/2014/main" id="{A742B978-4C75-A2B0-6D1B-26364F77093D}"/>
                  </a:ext>
                </a:extLst>
              </p:cNvPr>
              <p:cNvSpPr/>
              <p:nvPr/>
            </p:nvSpPr>
            <p:spPr>
              <a:xfrm>
                <a:off x="1146746" y="4028708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4" name="Google Shape;5179;p38">
                <a:extLst>
                  <a:ext uri="{FF2B5EF4-FFF2-40B4-BE49-F238E27FC236}">
                    <a16:creationId xmlns:a16="http://schemas.microsoft.com/office/drawing/2014/main" id="{90330A39-124F-A1B1-8CA8-1CD1AB67BDE4}"/>
                  </a:ext>
                </a:extLst>
              </p:cNvPr>
              <p:cNvSpPr/>
              <p:nvPr/>
            </p:nvSpPr>
            <p:spPr>
              <a:xfrm>
                <a:off x="983041" y="4028708"/>
                <a:ext cx="54586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5" name="Google Shape;5180;p38">
                <a:extLst>
                  <a:ext uri="{FF2B5EF4-FFF2-40B4-BE49-F238E27FC236}">
                    <a16:creationId xmlns:a16="http://schemas.microsoft.com/office/drawing/2014/main" id="{314A7E88-55C5-E9EE-C307-BDABF8676F25}"/>
                  </a:ext>
                </a:extLst>
              </p:cNvPr>
              <p:cNvSpPr/>
              <p:nvPr/>
            </p:nvSpPr>
            <p:spPr>
              <a:xfrm>
                <a:off x="1365038" y="3974122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2" name="Google Shape;5181;p38">
                <a:extLst>
                  <a:ext uri="{FF2B5EF4-FFF2-40B4-BE49-F238E27FC236}">
                    <a16:creationId xmlns:a16="http://schemas.microsoft.com/office/drawing/2014/main" id="{EBB0CD8E-16FF-768E-6C18-CCBFE89906D1}"/>
                  </a:ext>
                </a:extLst>
              </p:cNvPr>
              <p:cNvSpPr/>
              <p:nvPr/>
            </p:nvSpPr>
            <p:spPr>
              <a:xfrm>
                <a:off x="1201333" y="397412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3" name="Google Shape;5182;p38">
                <a:extLst>
                  <a:ext uri="{FF2B5EF4-FFF2-40B4-BE49-F238E27FC236}">
                    <a16:creationId xmlns:a16="http://schemas.microsoft.com/office/drawing/2014/main" id="{65C9651D-CC90-CB27-F141-49EE000C1631}"/>
                  </a:ext>
                </a:extLst>
              </p:cNvPr>
              <p:cNvSpPr/>
              <p:nvPr/>
            </p:nvSpPr>
            <p:spPr>
              <a:xfrm>
                <a:off x="983041" y="3974122"/>
                <a:ext cx="54586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4" name="Google Shape;5183;p38">
                <a:extLst>
                  <a:ext uri="{FF2B5EF4-FFF2-40B4-BE49-F238E27FC236}">
                    <a16:creationId xmlns:a16="http://schemas.microsoft.com/office/drawing/2014/main" id="{7A143F76-7838-D74B-D6BE-2FE11F6917BC}"/>
                  </a:ext>
                </a:extLst>
              </p:cNvPr>
              <p:cNvSpPr/>
              <p:nvPr/>
            </p:nvSpPr>
            <p:spPr>
              <a:xfrm>
                <a:off x="1419589" y="3919553"/>
                <a:ext cx="54586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5" name="Google Shape;5184;p38">
                <a:extLst>
                  <a:ext uri="{FF2B5EF4-FFF2-40B4-BE49-F238E27FC236}">
                    <a16:creationId xmlns:a16="http://schemas.microsoft.com/office/drawing/2014/main" id="{0EC5D4EE-7E62-8BC6-A3D6-E474F11B913D}"/>
                  </a:ext>
                </a:extLst>
              </p:cNvPr>
              <p:cNvSpPr/>
              <p:nvPr/>
            </p:nvSpPr>
            <p:spPr>
              <a:xfrm>
                <a:off x="1365038" y="3919553"/>
                <a:ext cx="54568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6" name="Google Shape;5185;p38">
                <a:extLst>
                  <a:ext uri="{FF2B5EF4-FFF2-40B4-BE49-F238E27FC236}">
                    <a16:creationId xmlns:a16="http://schemas.microsoft.com/office/drawing/2014/main" id="{A34A9824-3879-5E0C-93F8-0C39297EF93E}"/>
                  </a:ext>
                </a:extLst>
              </p:cNvPr>
              <p:cNvSpPr/>
              <p:nvPr/>
            </p:nvSpPr>
            <p:spPr>
              <a:xfrm>
                <a:off x="1201333" y="3919553"/>
                <a:ext cx="54550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7" name="Google Shape;5186;p38">
                <a:extLst>
                  <a:ext uri="{FF2B5EF4-FFF2-40B4-BE49-F238E27FC236}">
                    <a16:creationId xmlns:a16="http://schemas.microsoft.com/office/drawing/2014/main" id="{D4029788-7C8E-5A9A-E1F2-A1A04BC1471B}"/>
                  </a:ext>
                </a:extLst>
              </p:cNvPr>
              <p:cNvSpPr/>
              <p:nvPr/>
            </p:nvSpPr>
            <p:spPr>
              <a:xfrm>
                <a:off x="1146746" y="3919553"/>
                <a:ext cx="54605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44" name="Google Shape;5187;p38">
              <a:extLst>
                <a:ext uri="{FF2B5EF4-FFF2-40B4-BE49-F238E27FC236}">
                  <a16:creationId xmlns:a16="http://schemas.microsoft.com/office/drawing/2014/main" id="{4DB70CFD-6BC1-5C28-EC0E-3998F342E6CB}"/>
                </a:ext>
              </a:extLst>
            </p:cNvPr>
            <p:cNvSpPr/>
            <p:nvPr/>
          </p:nvSpPr>
          <p:spPr>
            <a:xfrm>
              <a:off x="683425" y="1297775"/>
              <a:ext cx="245400" cy="195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45" name="Google Shape;5188;p38">
              <a:extLst>
                <a:ext uri="{FF2B5EF4-FFF2-40B4-BE49-F238E27FC236}">
                  <a16:creationId xmlns:a16="http://schemas.microsoft.com/office/drawing/2014/main" id="{82FED293-2D77-4C3E-48EE-552A6DCDFAC0}"/>
                </a:ext>
              </a:extLst>
            </p:cNvPr>
            <p:cNvGrpSpPr/>
            <p:nvPr/>
          </p:nvGrpSpPr>
          <p:grpSpPr>
            <a:xfrm>
              <a:off x="477279" y="1154341"/>
              <a:ext cx="600271" cy="491134"/>
              <a:chOff x="983041" y="3919553"/>
              <a:chExt cx="600271" cy="491134"/>
            </a:xfrm>
          </p:grpSpPr>
          <p:sp>
            <p:nvSpPr>
              <p:cNvPr id="4946" name="Google Shape;5189;p38">
                <a:extLst>
                  <a:ext uri="{FF2B5EF4-FFF2-40B4-BE49-F238E27FC236}">
                    <a16:creationId xmlns:a16="http://schemas.microsoft.com/office/drawing/2014/main" id="{A92A942D-2D30-B00D-FFD0-9847AD78066C}"/>
                  </a:ext>
                </a:extLst>
              </p:cNvPr>
              <p:cNvSpPr/>
              <p:nvPr/>
            </p:nvSpPr>
            <p:spPr>
              <a:xfrm>
                <a:off x="1528744" y="4356101"/>
                <a:ext cx="54568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0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0" name="Google Shape;5190;p38">
                <a:extLst>
                  <a:ext uri="{FF2B5EF4-FFF2-40B4-BE49-F238E27FC236}">
                    <a16:creationId xmlns:a16="http://schemas.microsoft.com/office/drawing/2014/main" id="{E7ED44A4-004D-A673-7183-13752224B797}"/>
                  </a:ext>
                </a:extLst>
              </p:cNvPr>
              <p:cNvSpPr/>
              <p:nvPr/>
            </p:nvSpPr>
            <p:spPr>
              <a:xfrm>
                <a:off x="1474157" y="4356101"/>
                <a:ext cx="54605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0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1" y="3020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2" name="Google Shape;5191;p38">
                <a:extLst>
                  <a:ext uri="{FF2B5EF4-FFF2-40B4-BE49-F238E27FC236}">
                    <a16:creationId xmlns:a16="http://schemas.microsoft.com/office/drawing/2014/main" id="{EFB46FA0-50A3-471D-BD9E-3005454AD37C}"/>
                  </a:ext>
                </a:extLst>
              </p:cNvPr>
              <p:cNvSpPr/>
              <p:nvPr/>
            </p:nvSpPr>
            <p:spPr>
              <a:xfrm>
                <a:off x="1419589" y="4356101"/>
                <a:ext cx="54586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4" name="Google Shape;5192;p38">
                <a:extLst>
                  <a:ext uri="{FF2B5EF4-FFF2-40B4-BE49-F238E27FC236}">
                    <a16:creationId xmlns:a16="http://schemas.microsoft.com/office/drawing/2014/main" id="{08013520-C8B8-E20C-BD10-0E03960C5ECB}"/>
                  </a:ext>
                </a:extLst>
              </p:cNvPr>
              <p:cNvSpPr/>
              <p:nvPr/>
            </p:nvSpPr>
            <p:spPr>
              <a:xfrm>
                <a:off x="1365038" y="4356101"/>
                <a:ext cx="54568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5" name="Google Shape;5193;p38">
                <a:extLst>
                  <a:ext uri="{FF2B5EF4-FFF2-40B4-BE49-F238E27FC236}">
                    <a16:creationId xmlns:a16="http://schemas.microsoft.com/office/drawing/2014/main" id="{CFE55AD5-2FE8-15C1-1240-2DB16F569618}"/>
                  </a:ext>
                </a:extLst>
              </p:cNvPr>
              <p:cNvSpPr/>
              <p:nvPr/>
            </p:nvSpPr>
            <p:spPr>
              <a:xfrm>
                <a:off x="1146746" y="4356101"/>
                <a:ext cx="54605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6" name="Google Shape;5194;p38">
                <a:extLst>
                  <a:ext uri="{FF2B5EF4-FFF2-40B4-BE49-F238E27FC236}">
                    <a16:creationId xmlns:a16="http://schemas.microsoft.com/office/drawing/2014/main" id="{7DCE0908-E08D-524F-E0DD-49C0BD79A5E6}"/>
                  </a:ext>
                </a:extLst>
              </p:cNvPr>
              <p:cNvSpPr/>
              <p:nvPr/>
            </p:nvSpPr>
            <p:spPr>
              <a:xfrm>
                <a:off x="1092160" y="4356101"/>
                <a:ext cx="54605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7" name="Google Shape;5195;p38">
                <a:extLst>
                  <a:ext uri="{FF2B5EF4-FFF2-40B4-BE49-F238E27FC236}">
                    <a16:creationId xmlns:a16="http://schemas.microsoft.com/office/drawing/2014/main" id="{B42B4AEA-2639-D576-B692-78A7AD272928}"/>
                  </a:ext>
                </a:extLst>
              </p:cNvPr>
              <p:cNvSpPr/>
              <p:nvPr/>
            </p:nvSpPr>
            <p:spPr>
              <a:xfrm>
                <a:off x="1037610" y="4356101"/>
                <a:ext cx="54568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0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8" name="Google Shape;5196;p38">
                <a:extLst>
                  <a:ext uri="{FF2B5EF4-FFF2-40B4-BE49-F238E27FC236}">
                    <a16:creationId xmlns:a16="http://schemas.microsoft.com/office/drawing/2014/main" id="{DA8518C8-DE0C-D99C-16B2-790BACF77A2A}"/>
                  </a:ext>
                </a:extLst>
              </p:cNvPr>
              <p:cNvSpPr/>
              <p:nvPr/>
            </p:nvSpPr>
            <p:spPr>
              <a:xfrm>
                <a:off x="983041" y="4356101"/>
                <a:ext cx="54586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9" name="Google Shape;5197;p38">
                <a:extLst>
                  <a:ext uri="{FF2B5EF4-FFF2-40B4-BE49-F238E27FC236}">
                    <a16:creationId xmlns:a16="http://schemas.microsoft.com/office/drawing/2014/main" id="{043DC01E-10EF-EB79-BD10-E11E81898E15}"/>
                  </a:ext>
                </a:extLst>
              </p:cNvPr>
              <p:cNvSpPr/>
              <p:nvPr/>
            </p:nvSpPr>
            <p:spPr>
              <a:xfrm>
                <a:off x="1419589" y="4301550"/>
                <a:ext cx="54586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0" name="Google Shape;5198;p38">
                <a:extLst>
                  <a:ext uri="{FF2B5EF4-FFF2-40B4-BE49-F238E27FC236}">
                    <a16:creationId xmlns:a16="http://schemas.microsoft.com/office/drawing/2014/main" id="{B578C2C4-F897-1609-B1BC-5F724ABA583D}"/>
                  </a:ext>
                </a:extLst>
              </p:cNvPr>
              <p:cNvSpPr/>
              <p:nvPr/>
            </p:nvSpPr>
            <p:spPr>
              <a:xfrm>
                <a:off x="1092160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1" name="Google Shape;5199;p38">
                <a:extLst>
                  <a:ext uri="{FF2B5EF4-FFF2-40B4-BE49-F238E27FC236}">
                    <a16:creationId xmlns:a16="http://schemas.microsoft.com/office/drawing/2014/main" id="{5691AF2E-A3FC-A69D-B347-D16F8BEE2255}"/>
                  </a:ext>
                </a:extLst>
              </p:cNvPr>
              <p:cNvSpPr/>
              <p:nvPr/>
            </p:nvSpPr>
            <p:spPr>
              <a:xfrm>
                <a:off x="1528744" y="4246964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2" name="Google Shape;5200;p38">
                <a:extLst>
                  <a:ext uri="{FF2B5EF4-FFF2-40B4-BE49-F238E27FC236}">
                    <a16:creationId xmlns:a16="http://schemas.microsoft.com/office/drawing/2014/main" id="{71863701-BBDD-8DCF-4C5D-BB67A4401AA5}"/>
                  </a:ext>
                </a:extLst>
              </p:cNvPr>
              <p:cNvSpPr/>
              <p:nvPr/>
            </p:nvSpPr>
            <p:spPr>
              <a:xfrm>
                <a:off x="1419589" y="4246964"/>
                <a:ext cx="54586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3" name="Google Shape;5201;p38">
                <a:extLst>
                  <a:ext uri="{FF2B5EF4-FFF2-40B4-BE49-F238E27FC236}">
                    <a16:creationId xmlns:a16="http://schemas.microsoft.com/office/drawing/2014/main" id="{57126F2D-CDA0-D5B1-F5F0-12833A86B295}"/>
                  </a:ext>
                </a:extLst>
              </p:cNvPr>
              <p:cNvSpPr/>
              <p:nvPr/>
            </p:nvSpPr>
            <p:spPr>
              <a:xfrm>
                <a:off x="1365038" y="4246964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4" name="Google Shape;5202;p38">
                <a:extLst>
                  <a:ext uri="{FF2B5EF4-FFF2-40B4-BE49-F238E27FC236}">
                    <a16:creationId xmlns:a16="http://schemas.microsoft.com/office/drawing/2014/main" id="{7E9ABBC8-9B04-3645-0A4D-054E24A2A28B}"/>
                  </a:ext>
                </a:extLst>
              </p:cNvPr>
              <p:cNvSpPr/>
              <p:nvPr/>
            </p:nvSpPr>
            <p:spPr>
              <a:xfrm>
                <a:off x="1310452" y="4246964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5" name="Google Shape;5203;p38">
                <a:extLst>
                  <a:ext uri="{FF2B5EF4-FFF2-40B4-BE49-F238E27FC236}">
                    <a16:creationId xmlns:a16="http://schemas.microsoft.com/office/drawing/2014/main" id="{35383752-837E-0E20-7F83-94915321C72D}"/>
                  </a:ext>
                </a:extLst>
              </p:cNvPr>
              <p:cNvSpPr/>
              <p:nvPr/>
            </p:nvSpPr>
            <p:spPr>
              <a:xfrm>
                <a:off x="1255865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6" name="Google Shape;5204;p38">
                <a:extLst>
                  <a:ext uri="{FF2B5EF4-FFF2-40B4-BE49-F238E27FC236}">
                    <a16:creationId xmlns:a16="http://schemas.microsoft.com/office/drawing/2014/main" id="{94EF1DD7-2791-B377-D2FD-64A3DE942D28}"/>
                  </a:ext>
                </a:extLst>
              </p:cNvPr>
              <p:cNvSpPr/>
              <p:nvPr/>
            </p:nvSpPr>
            <p:spPr>
              <a:xfrm>
                <a:off x="1201333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7" name="Google Shape;5205;p38">
                <a:extLst>
                  <a:ext uri="{FF2B5EF4-FFF2-40B4-BE49-F238E27FC236}">
                    <a16:creationId xmlns:a16="http://schemas.microsoft.com/office/drawing/2014/main" id="{DB66D028-0D72-F83E-B855-E18CA532F5DD}"/>
                  </a:ext>
                </a:extLst>
              </p:cNvPr>
              <p:cNvSpPr/>
              <p:nvPr/>
            </p:nvSpPr>
            <p:spPr>
              <a:xfrm>
                <a:off x="1146746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8" name="Google Shape;5206;p38">
                <a:extLst>
                  <a:ext uri="{FF2B5EF4-FFF2-40B4-BE49-F238E27FC236}">
                    <a16:creationId xmlns:a16="http://schemas.microsoft.com/office/drawing/2014/main" id="{079FB4FC-7E7D-F100-F817-80BED816529A}"/>
                  </a:ext>
                </a:extLst>
              </p:cNvPr>
              <p:cNvSpPr/>
              <p:nvPr/>
            </p:nvSpPr>
            <p:spPr>
              <a:xfrm>
                <a:off x="1092160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9" name="Google Shape;5207;p38">
                <a:extLst>
                  <a:ext uri="{FF2B5EF4-FFF2-40B4-BE49-F238E27FC236}">
                    <a16:creationId xmlns:a16="http://schemas.microsoft.com/office/drawing/2014/main" id="{7BEF0059-8DFF-0443-3BF0-2BE4D12108F7}"/>
                  </a:ext>
                </a:extLst>
              </p:cNvPr>
              <p:cNvSpPr/>
              <p:nvPr/>
            </p:nvSpPr>
            <p:spPr>
              <a:xfrm>
                <a:off x="1528744" y="4192432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0" name="Google Shape;5208;p38">
                <a:extLst>
                  <a:ext uri="{FF2B5EF4-FFF2-40B4-BE49-F238E27FC236}">
                    <a16:creationId xmlns:a16="http://schemas.microsoft.com/office/drawing/2014/main" id="{EFBC238E-C96B-B2CF-5F7F-E727BCDB5ECF}"/>
                  </a:ext>
                </a:extLst>
              </p:cNvPr>
              <p:cNvSpPr/>
              <p:nvPr/>
            </p:nvSpPr>
            <p:spPr>
              <a:xfrm>
                <a:off x="1419589" y="4192432"/>
                <a:ext cx="54586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1" name="Google Shape;5209;p38">
                <a:extLst>
                  <a:ext uri="{FF2B5EF4-FFF2-40B4-BE49-F238E27FC236}">
                    <a16:creationId xmlns:a16="http://schemas.microsoft.com/office/drawing/2014/main" id="{509E1C6E-FFFA-E662-4B77-4FE8D1BD3035}"/>
                  </a:ext>
                </a:extLst>
              </p:cNvPr>
              <p:cNvSpPr/>
              <p:nvPr/>
            </p:nvSpPr>
            <p:spPr>
              <a:xfrm>
                <a:off x="1365038" y="4192432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2" name="Google Shape;5210;p38">
                <a:extLst>
                  <a:ext uri="{FF2B5EF4-FFF2-40B4-BE49-F238E27FC236}">
                    <a16:creationId xmlns:a16="http://schemas.microsoft.com/office/drawing/2014/main" id="{3007B043-05CA-42CF-4C83-71B3FA29A604}"/>
                  </a:ext>
                </a:extLst>
              </p:cNvPr>
              <p:cNvSpPr/>
              <p:nvPr/>
            </p:nvSpPr>
            <p:spPr>
              <a:xfrm>
                <a:off x="1310452" y="4192432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3" name="Google Shape;5211;p38">
                <a:extLst>
                  <a:ext uri="{FF2B5EF4-FFF2-40B4-BE49-F238E27FC236}">
                    <a16:creationId xmlns:a16="http://schemas.microsoft.com/office/drawing/2014/main" id="{E3C641CC-CD55-9AF9-8A31-6594C2A50648}"/>
                  </a:ext>
                </a:extLst>
              </p:cNvPr>
              <p:cNvSpPr/>
              <p:nvPr/>
            </p:nvSpPr>
            <p:spPr>
              <a:xfrm>
                <a:off x="1201333" y="4192432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4" name="Google Shape;5212;p38">
                <a:extLst>
                  <a:ext uri="{FF2B5EF4-FFF2-40B4-BE49-F238E27FC236}">
                    <a16:creationId xmlns:a16="http://schemas.microsoft.com/office/drawing/2014/main" id="{7DF36A2D-4BC3-60A1-0185-70C4A0BB5D2A}"/>
                  </a:ext>
                </a:extLst>
              </p:cNvPr>
              <p:cNvSpPr/>
              <p:nvPr/>
            </p:nvSpPr>
            <p:spPr>
              <a:xfrm>
                <a:off x="1146746" y="4192432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5" name="Google Shape;5213;p38">
                <a:extLst>
                  <a:ext uri="{FF2B5EF4-FFF2-40B4-BE49-F238E27FC236}">
                    <a16:creationId xmlns:a16="http://schemas.microsoft.com/office/drawing/2014/main" id="{DC047786-5CB2-5118-DA00-439161AD940E}"/>
                  </a:ext>
                </a:extLst>
              </p:cNvPr>
              <p:cNvSpPr/>
              <p:nvPr/>
            </p:nvSpPr>
            <p:spPr>
              <a:xfrm>
                <a:off x="1092160" y="4192432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6" name="Google Shape;5214;p38">
                <a:extLst>
                  <a:ext uri="{FF2B5EF4-FFF2-40B4-BE49-F238E27FC236}">
                    <a16:creationId xmlns:a16="http://schemas.microsoft.com/office/drawing/2014/main" id="{C12B3B19-8445-12F8-FD3B-785763E0CEBA}"/>
                  </a:ext>
                </a:extLst>
              </p:cNvPr>
              <p:cNvSpPr/>
              <p:nvPr/>
            </p:nvSpPr>
            <p:spPr>
              <a:xfrm>
                <a:off x="1528744" y="4137845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7" name="Google Shape;5215;p38">
                <a:extLst>
                  <a:ext uri="{FF2B5EF4-FFF2-40B4-BE49-F238E27FC236}">
                    <a16:creationId xmlns:a16="http://schemas.microsoft.com/office/drawing/2014/main" id="{4FD3D3C1-0E32-66EB-64A6-8289F666F86B}"/>
                  </a:ext>
                </a:extLst>
              </p:cNvPr>
              <p:cNvSpPr/>
              <p:nvPr/>
            </p:nvSpPr>
            <p:spPr>
              <a:xfrm>
                <a:off x="1474157" y="4137845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1" y="3020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8" name="Google Shape;5216;p38">
                <a:extLst>
                  <a:ext uri="{FF2B5EF4-FFF2-40B4-BE49-F238E27FC236}">
                    <a16:creationId xmlns:a16="http://schemas.microsoft.com/office/drawing/2014/main" id="{406F7495-13B0-3CA5-D463-1C77A7E0561D}"/>
                  </a:ext>
                </a:extLst>
              </p:cNvPr>
              <p:cNvSpPr/>
              <p:nvPr/>
            </p:nvSpPr>
            <p:spPr>
              <a:xfrm>
                <a:off x="1419589" y="4137845"/>
                <a:ext cx="54586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9" name="Google Shape;5217;p38">
                <a:extLst>
                  <a:ext uri="{FF2B5EF4-FFF2-40B4-BE49-F238E27FC236}">
                    <a16:creationId xmlns:a16="http://schemas.microsoft.com/office/drawing/2014/main" id="{39C85C2B-D09F-6981-C6D1-88D7BEC1CDC7}"/>
                  </a:ext>
                </a:extLst>
              </p:cNvPr>
              <p:cNvSpPr/>
              <p:nvPr/>
            </p:nvSpPr>
            <p:spPr>
              <a:xfrm>
                <a:off x="1365038" y="4137845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0" name="Google Shape;5218;p38">
                <a:extLst>
                  <a:ext uri="{FF2B5EF4-FFF2-40B4-BE49-F238E27FC236}">
                    <a16:creationId xmlns:a16="http://schemas.microsoft.com/office/drawing/2014/main" id="{527F048A-0F99-8061-B051-51BBAADDB427}"/>
                  </a:ext>
                </a:extLst>
              </p:cNvPr>
              <p:cNvSpPr/>
              <p:nvPr/>
            </p:nvSpPr>
            <p:spPr>
              <a:xfrm>
                <a:off x="1310452" y="4137845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1" name="Google Shape;5219;p38">
                <a:extLst>
                  <a:ext uri="{FF2B5EF4-FFF2-40B4-BE49-F238E27FC236}">
                    <a16:creationId xmlns:a16="http://schemas.microsoft.com/office/drawing/2014/main" id="{25B328D6-26D4-11B3-4638-27E08E41A52D}"/>
                  </a:ext>
                </a:extLst>
              </p:cNvPr>
              <p:cNvSpPr/>
              <p:nvPr/>
            </p:nvSpPr>
            <p:spPr>
              <a:xfrm>
                <a:off x="1255865" y="4137845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1" y="3020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2" name="Google Shape;5220;p38">
                <a:extLst>
                  <a:ext uri="{FF2B5EF4-FFF2-40B4-BE49-F238E27FC236}">
                    <a16:creationId xmlns:a16="http://schemas.microsoft.com/office/drawing/2014/main" id="{1E3F36D6-C187-A6CF-4036-056C6742CF70}"/>
                  </a:ext>
                </a:extLst>
              </p:cNvPr>
              <p:cNvSpPr/>
              <p:nvPr/>
            </p:nvSpPr>
            <p:spPr>
              <a:xfrm>
                <a:off x="1201333" y="4137845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3" name="Google Shape;5221;p38">
                <a:extLst>
                  <a:ext uri="{FF2B5EF4-FFF2-40B4-BE49-F238E27FC236}">
                    <a16:creationId xmlns:a16="http://schemas.microsoft.com/office/drawing/2014/main" id="{AA8BC681-695D-C020-B31B-10B4604CF0E4}"/>
                  </a:ext>
                </a:extLst>
              </p:cNvPr>
              <p:cNvSpPr/>
              <p:nvPr/>
            </p:nvSpPr>
            <p:spPr>
              <a:xfrm>
                <a:off x="1146746" y="4137845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4" name="Google Shape;5222;p38">
                <a:extLst>
                  <a:ext uri="{FF2B5EF4-FFF2-40B4-BE49-F238E27FC236}">
                    <a16:creationId xmlns:a16="http://schemas.microsoft.com/office/drawing/2014/main" id="{060F9A78-7219-7A85-3FBB-529172FD6D45}"/>
                  </a:ext>
                </a:extLst>
              </p:cNvPr>
              <p:cNvSpPr/>
              <p:nvPr/>
            </p:nvSpPr>
            <p:spPr>
              <a:xfrm>
                <a:off x="1092160" y="4137845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5" name="Google Shape;5223;p38">
                <a:extLst>
                  <a:ext uri="{FF2B5EF4-FFF2-40B4-BE49-F238E27FC236}">
                    <a16:creationId xmlns:a16="http://schemas.microsoft.com/office/drawing/2014/main" id="{53F92392-BCBA-3490-F204-6314B1A5BF26}"/>
                  </a:ext>
                </a:extLst>
              </p:cNvPr>
              <p:cNvSpPr/>
              <p:nvPr/>
            </p:nvSpPr>
            <p:spPr>
              <a:xfrm>
                <a:off x="1037610" y="4137845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6" name="Google Shape;5224;p38">
                <a:extLst>
                  <a:ext uri="{FF2B5EF4-FFF2-40B4-BE49-F238E27FC236}">
                    <a16:creationId xmlns:a16="http://schemas.microsoft.com/office/drawing/2014/main" id="{45B93BCF-C99F-416D-3C2F-ECF51BFB76E6}"/>
                  </a:ext>
                </a:extLst>
              </p:cNvPr>
              <p:cNvSpPr/>
              <p:nvPr/>
            </p:nvSpPr>
            <p:spPr>
              <a:xfrm>
                <a:off x="147415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1" y="3020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7" name="Google Shape;5225;p38">
                <a:extLst>
                  <a:ext uri="{FF2B5EF4-FFF2-40B4-BE49-F238E27FC236}">
                    <a16:creationId xmlns:a16="http://schemas.microsoft.com/office/drawing/2014/main" id="{713E26FF-D98A-E9CC-BD9B-0E6E819C834C}"/>
                  </a:ext>
                </a:extLst>
              </p:cNvPr>
              <p:cNvSpPr/>
              <p:nvPr/>
            </p:nvSpPr>
            <p:spPr>
              <a:xfrm>
                <a:off x="1419589" y="4083259"/>
                <a:ext cx="54586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8" name="Google Shape;5226;p38">
                <a:extLst>
                  <a:ext uri="{FF2B5EF4-FFF2-40B4-BE49-F238E27FC236}">
                    <a16:creationId xmlns:a16="http://schemas.microsoft.com/office/drawing/2014/main" id="{B73DA511-0B94-A4FD-4DA4-D9380EA28036}"/>
                  </a:ext>
                </a:extLst>
              </p:cNvPr>
              <p:cNvSpPr/>
              <p:nvPr/>
            </p:nvSpPr>
            <p:spPr>
              <a:xfrm>
                <a:off x="1310452" y="4083259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9" name="Google Shape;5227;p38">
                <a:extLst>
                  <a:ext uri="{FF2B5EF4-FFF2-40B4-BE49-F238E27FC236}">
                    <a16:creationId xmlns:a16="http://schemas.microsoft.com/office/drawing/2014/main" id="{23EFC758-0122-8DDE-F5F2-4C16845F85C5}"/>
                  </a:ext>
                </a:extLst>
              </p:cNvPr>
              <p:cNvSpPr/>
              <p:nvPr/>
            </p:nvSpPr>
            <p:spPr>
              <a:xfrm>
                <a:off x="1146746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0" name="Google Shape;5228;p38">
                <a:extLst>
                  <a:ext uri="{FF2B5EF4-FFF2-40B4-BE49-F238E27FC236}">
                    <a16:creationId xmlns:a16="http://schemas.microsoft.com/office/drawing/2014/main" id="{3F46C36C-D73A-8612-905F-37D9BCBCD086}"/>
                  </a:ext>
                </a:extLst>
              </p:cNvPr>
              <p:cNvSpPr/>
              <p:nvPr/>
            </p:nvSpPr>
            <p:spPr>
              <a:xfrm>
                <a:off x="1092160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1" name="Google Shape;5229;p38">
                <a:extLst>
                  <a:ext uri="{FF2B5EF4-FFF2-40B4-BE49-F238E27FC236}">
                    <a16:creationId xmlns:a16="http://schemas.microsoft.com/office/drawing/2014/main" id="{C00EC930-5C0E-6DD9-6126-34B5B4DC869C}"/>
                  </a:ext>
                </a:extLst>
              </p:cNvPr>
              <p:cNvSpPr/>
              <p:nvPr/>
            </p:nvSpPr>
            <p:spPr>
              <a:xfrm>
                <a:off x="1037610" y="4083259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6" name="Google Shape;5230;p38">
                <a:extLst>
                  <a:ext uri="{FF2B5EF4-FFF2-40B4-BE49-F238E27FC236}">
                    <a16:creationId xmlns:a16="http://schemas.microsoft.com/office/drawing/2014/main" id="{4A5750E6-DF36-0317-BBDC-DE11FC51C12E}"/>
                  </a:ext>
                </a:extLst>
              </p:cNvPr>
              <p:cNvSpPr/>
              <p:nvPr/>
            </p:nvSpPr>
            <p:spPr>
              <a:xfrm>
                <a:off x="983041" y="4083259"/>
                <a:ext cx="54586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7" name="Google Shape;5231;p38">
                <a:extLst>
                  <a:ext uri="{FF2B5EF4-FFF2-40B4-BE49-F238E27FC236}">
                    <a16:creationId xmlns:a16="http://schemas.microsoft.com/office/drawing/2014/main" id="{70FC1AE9-506B-F59E-6288-7FE4AADE8797}"/>
                  </a:ext>
                </a:extLst>
              </p:cNvPr>
              <p:cNvSpPr/>
              <p:nvPr/>
            </p:nvSpPr>
            <p:spPr>
              <a:xfrm>
                <a:off x="1419589" y="4028708"/>
                <a:ext cx="54586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8" name="Google Shape;5232;p38">
                <a:extLst>
                  <a:ext uri="{FF2B5EF4-FFF2-40B4-BE49-F238E27FC236}">
                    <a16:creationId xmlns:a16="http://schemas.microsoft.com/office/drawing/2014/main" id="{83F3A53D-204E-4639-1B46-F181B13EE62B}"/>
                  </a:ext>
                </a:extLst>
              </p:cNvPr>
              <p:cNvSpPr/>
              <p:nvPr/>
            </p:nvSpPr>
            <p:spPr>
              <a:xfrm>
                <a:off x="1365038" y="4028708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9" name="Google Shape;5233;p38">
                <a:extLst>
                  <a:ext uri="{FF2B5EF4-FFF2-40B4-BE49-F238E27FC236}">
                    <a16:creationId xmlns:a16="http://schemas.microsoft.com/office/drawing/2014/main" id="{FECEB63F-9942-8471-F7EF-241123B7A468}"/>
                  </a:ext>
                </a:extLst>
              </p:cNvPr>
              <p:cNvSpPr/>
              <p:nvPr/>
            </p:nvSpPr>
            <p:spPr>
              <a:xfrm>
                <a:off x="1310452" y="4028708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8" name="Google Shape;5234;p38">
                <a:extLst>
                  <a:ext uri="{FF2B5EF4-FFF2-40B4-BE49-F238E27FC236}">
                    <a16:creationId xmlns:a16="http://schemas.microsoft.com/office/drawing/2014/main" id="{E50B15A3-4CE1-650C-8C50-7271569AFA76}"/>
                  </a:ext>
                </a:extLst>
              </p:cNvPr>
              <p:cNvSpPr/>
              <p:nvPr/>
            </p:nvSpPr>
            <p:spPr>
              <a:xfrm>
                <a:off x="1255865" y="4028708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9" name="Google Shape;5235;p38">
                <a:extLst>
                  <a:ext uri="{FF2B5EF4-FFF2-40B4-BE49-F238E27FC236}">
                    <a16:creationId xmlns:a16="http://schemas.microsoft.com/office/drawing/2014/main" id="{34671C81-EC6F-D5E6-DD29-0E6A540D91EB}"/>
                  </a:ext>
                </a:extLst>
              </p:cNvPr>
              <p:cNvSpPr/>
              <p:nvPr/>
            </p:nvSpPr>
            <p:spPr>
              <a:xfrm>
                <a:off x="1201333" y="4028708"/>
                <a:ext cx="54550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0" name="Google Shape;5236;p38">
                <a:extLst>
                  <a:ext uri="{FF2B5EF4-FFF2-40B4-BE49-F238E27FC236}">
                    <a16:creationId xmlns:a16="http://schemas.microsoft.com/office/drawing/2014/main" id="{F50BED86-6CBB-42EE-85BA-1AE536132218}"/>
                  </a:ext>
                </a:extLst>
              </p:cNvPr>
              <p:cNvSpPr/>
              <p:nvPr/>
            </p:nvSpPr>
            <p:spPr>
              <a:xfrm>
                <a:off x="1146746" y="4028708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1" name="Google Shape;5237;p38">
                <a:extLst>
                  <a:ext uri="{FF2B5EF4-FFF2-40B4-BE49-F238E27FC236}">
                    <a16:creationId xmlns:a16="http://schemas.microsoft.com/office/drawing/2014/main" id="{EA396F05-DF7A-0580-936B-1600A3A1BA65}"/>
                  </a:ext>
                </a:extLst>
              </p:cNvPr>
              <p:cNvSpPr/>
              <p:nvPr/>
            </p:nvSpPr>
            <p:spPr>
              <a:xfrm>
                <a:off x="983041" y="4028708"/>
                <a:ext cx="54586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2" name="Google Shape;5238;p38">
                <a:extLst>
                  <a:ext uri="{FF2B5EF4-FFF2-40B4-BE49-F238E27FC236}">
                    <a16:creationId xmlns:a16="http://schemas.microsoft.com/office/drawing/2014/main" id="{CFEA9BA7-37B1-380D-2F60-D91E9D76F75F}"/>
                  </a:ext>
                </a:extLst>
              </p:cNvPr>
              <p:cNvSpPr/>
              <p:nvPr/>
            </p:nvSpPr>
            <p:spPr>
              <a:xfrm>
                <a:off x="1365038" y="3974122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3" name="Google Shape;5239;p38">
                <a:extLst>
                  <a:ext uri="{FF2B5EF4-FFF2-40B4-BE49-F238E27FC236}">
                    <a16:creationId xmlns:a16="http://schemas.microsoft.com/office/drawing/2014/main" id="{80BF8252-CF79-DA10-7EC3-57DB2AC6BC32}"/>
                  </a:ext>
                </a:extLst>
              </p:cNvPr>
              <p:cNvSpPr/>
              <p:nvPr/>
            </p:nvSpPr>
            <p:spPr>
              <a:xfrm>
                <a:off x="1201333" y="397412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4" name="Google Shape;5240;p38">
                <a:extLst>
                  <a:ext uri="{FF2B5EF4-FFF2-40B4-BE49-F238E27FC236}">
                    <a16:creationId xmlns:a16="http://schemas.microsoft.com/office/drawing/2014/main" id="{65111D1F-1615-CFD9-66C1-CAF439857FE5}"/>
                  </a:ext>
                </a:extLst>
              </p:cNvPr>
              <p:cNvSpPr/>
              <p:nvPr/>
            </p:nvSpPr>
            <p:spPr>
              <a:xfrm>
                <a:off x="983041" y="3974122"/>
                <a:ext cx="54586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5" name="Google Shape;5241;p38">
                <a:extLst>
                  <a:ext uri="{FF2B5EF4-FFF2-40B4-BE49-F238E27FC236}">
                    <a16:creationId xmlns:a16="http://schemas.microsoft.com/office/drawing/2014/main" id="{33DAC8C2-C6DF-F399-42EA-C00897DF3E4E}"/>
                  </a:ext>
                </a:extLst>
              </p:cNvPr>
              <p:cNvSpPr/>
              <p:nvPr/>
            </p:nvSpPr>
            <p:spPr>
              <a:xfrm>
                <a:off x="1419589" y="3919553"/>
                <a:ext cx="54586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6" name="Google Shape;5242;p38">
                <a:extLst>
                  <a:ext uri="{FF2B5EF4-FFF2-40B4-BE49-F238E27FC236}">
                    <a16:creationId xmlns:a16="http://schemas.microsoft.com/office/drawing/2014/main" id="{6592ED2C-E1BC-B531-DE32-D5D2B30A19F3}"/>
                  </a:ext>
                </a:extLst>
              </p:cNvPr>
              <p:cNvSpPr/>
              <p:nvPr/>
            </p:nvSpPr>
            <p:spPr>
              <a:xfrm>
                <a:off x="1365038" y="3919553"/>
                <a:ext cx="54568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7" name="Google Shape;5243;p38">
                <a:extLst>
                  <a:ext uri="{FF2B5EF4-FFF2-40B4-BE49-F238E27FC236}">
                    <a16:creationId xmlns:a16="http://schemas.microsoft.com/office/drawing/2014/main" id="{3B1AE7F7-B462-7FCD-BF61-434E1A711FB9}"/>
                  </a:ext>
                </a:extLst>
              </p:cNvPr>
              <p:cNvSpPr/>
              <p:nvPr/>
            </p:nvSpPr>
            <p:spPr>
              <a:xfrm>
                <a:off x="1201333" y="3919553"/>
                <a:ext cx="54550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8" name="Google Shape;5244;p38">
                <a:extLst>
                  <a:ext uri="{FF2B5EF4-FFF2-40B4-BE49-F238E27FC236}">
                    <a16:creationId xmlns:a16="http://schemas.microsoft.com/office/drawing/2014/main" id="{57AD008D-5A62-3428-6EE1-416DFC92C4B2}"/>
                  </a:ext>
                </a:extLst>
              </p:cNvPr>
              <p:cNvSpPr/>
              <p:nvPr/>
            </p:nvSpPr>
            <p:spPr>
              <a:xfrm>
                <a:off x="1146746" y="3919553"/>
                <a:ext cx="54605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278" name="Google Shape;5245;p38">
            <a:extLst>
              <a:ext uri="{FF2B5EF4-FFF2-40B4-BE49-F238E27FC236}">
                <a16:creationId xmlns:a16="http://schemas.microsoft.com/office/drawing/2014/main" id="{78A2CD15-4840-B63D-3D42-5B82AB37444C}"/>
              </a:ext>
            </a:extLst>
          </p:cNvPr>
          <p:cNvGrpSpPr/>
          <p:nvPr/>
        </p:nvGrpSpPr>
        <p:grpSpPr>
          <a:xfrm>
            <a:off x="8339876" y="391525"/>
            <a:ext cx="654821" cy="600289"/>
            <a:chOff x="7769170" y="1947988"/>
            <a:chExt cx="654821" cy="600289"/>
          </a:xfrm>
        </p:grpSpPr>
        <p:grpSp>
          <p:nvGrpSpPr>
            <p:cNvPr id="6279" name="Google Shape;5246;p38">
              <a:extLst>
                <a:ext uri="{FF2B5EF4-FFF2-40B4-BE49-F238E27FC236}">
                  <a16:creationId xmlns:a16="http://schemas.microsoft.com/office/drawing/2014/main" id="{C8A22A2E-BD6A-EE68-1A5B-0D284A90E17C}"/>
                </a:ext>
              </a:extLst>
            </p:cNvPr>
            <p:cNvGrpSpPr/>
            <p:nvPr/>
          </p:nvGrpSpPr>
          <p:grpSpPr>
            <a:xfrm>
              <a:off x="7769170" y="1947988"/>
              <a:ext cx="654821" cy="600289"/>
              <a:chOff x="846645" y="1301313"/>
              <a:chExt cx="654821" cy="600289"/>
            </a:xfrm>
          </p:grpSpPr>
          <p:sp>
            <p:nvSpPr>
              <p:cNvPr id="6338" name="Google Shape;5247;p38">
                <a:extLst>
                  <a:ext uri="{FF2B5EF4-FFF2-40B4-BE49-F238E27FC236}">
                    <a16:creationId xmlns:a16="http://schemas.microsoft.com/office/drawing/2014/main" id="{326131C6-AC50-94BD-0B75-D22116D4AF60}"/>
                  </a:ext>
                </a:extLst>
              </p:cNvPr>
              <p:cNvSpPr/>
              <p:nvPr/>
            </p:nvSpPr>
            <p:spPr>
              <a:xfrm>
                <a:off x="1283192" y="1847033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9" name="Google Shape;5248;p38">
                <a:extLst>
                  <a:ext uri="{FF2B5EF4-FFF2-40B4-BE49-F238E27FC236}">
                    <a16:creationId xmlns:a16="http://schemas.microsoft.com/office/drawing/2014/main" id="{B9637E22-022C-4AFF-9694-ED57F9B323CF}"/>
                  </a:ext>
                </a:extLst>
              </p:cNvPr>
              <p:cNvSpPr/>
              <p:nvPr/>
            </p:nvSpPr>
            <p:spPr>
              <a:xfrm>
                <a:off x="1010350" y="1847033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0" name="Google Shape;5249;p38">
                <a:extLst>
                  <a:ext uri="{FF2B5EF4-FFF2-40B4-BE49-F238E27FC236}">
                    <a16:creationId xmlns:a16="http://schemas.microsoft.com/office/drawing/2014/main" id="{1FBE57BC-99E7-CB51-331A-A11487F5BEE9}"/>
                  </a:ext>
                </a:extLst>
              </p:cNvPr>
              <p:cNvSpPr/>
              <p:nvPr/>
            </p:nvSpPr>
            <p:spPr>
              <a:xfrm>
                <a:off x="1228606" y="179244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1" name="Google Shape;5250;p38">
                <a:extLst>
                  <a:ext uri="{FF2B5EF4-FFF2-40B4-BE49-F238E27FC236}">
                    <a16:creationId xmlns:a16="http://schemas.microsoft.com/office/drawing/2014/main" id="{6EF3E229-483A-C430-7B1E-763119D5443D}"/>
                  </a:ext>
                </a:extLst>
              </p:cNvPr>
              <p:cNvSpPr/>
              <p:nvPr/>
            </p:nvSpPr>
            <p:spPr>
              <a:xfrm>
                <a:off x="1064901" y="179244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2" name="Google Shape;5251;p38">
                <a:extLst>
                  <a:ext uri="{FF2B5EF4-FFF2-40B4-BE49-F238E27FC236}">
                    <a16:creationId xmlns:a16="http://schemas.microsoft.com/office/drawing/2014/main" id="{2E272806-213D-F2AF-5BE8-B2B40F9308E0}"/>
                  </a:ext>
                </a:extLst>
              </p:cNvPr>
              <p:cNvSpPr/>
              <p:nvPr/>
            </p:nvSpPr>
            <p:spPr>
              <a:xfrm>
                <a:off x="1174019" y="1737914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3" name="Google Shape;5252;p38">
                <a:extLst>
                  <a:ext uri="{FF2B5EF4-FFF2-40B4-BE49-F238E27FC236}">
                    <a16:creationId xmlns:a16="http://schemas.microsoft.com/office/drawing/2014/main" id="{8FE895E0-97DF-92DC-C4C4-EA04CFD0B040}"/>
                  </a:ext>
                </a:extLst>
              </p:cNvPr>
              <p:cNvSpPr/>
              <p:nvPr/>
            </p:nvSpPr>
            <p:spPr>
              <a:xfrm>
                <a:off x="1119487" y="1737914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4" name="Google Shape;5253;p38">
                <a:extLst>
                  <a:ext uri="{FF2B5EF4-FFF2-40B4-BE49-F238E27FC236}">
                    <a16:creationId xmlns:a16="http://schemas.microsoft.com/office/drawing/2014/main" id="{D66ED61B-6F70-23D4-0302-A05A89BF9E47}"/>
                  </a:ext>
                </a:extLst>
              </p:cNvPr>
              <p:cNvSpPr/>
              <p:nvPr/>
            </p:nvSpPr>
            <p:spPr>
              <a:xfrm>
                <a:off x="1283192" y="1683328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5" name="Google Shape;5254;p38">
                <a:extLst>
                  <a:ext uri="{FF2B5EF4-FFF2-40B4-BE49-F238E27FC236}">
                    <a16:creationId xmlns:a16="http://schemas.microsoft.com/office/drawing/2014/main" id="{472E8D39-6BEF-7FE9-6392-7AAEA89437AF}"/>
                  </a:ext>
                </a:extLst>
              </p:cNvPr>
              <p:cNvSpPr/>
              <p:nvPr/>
            </p:nvSpPr>
            <p:spPr>
              <a:xfrm>
                <a:off x="1228606" y="1683328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6" name="Google Shape;5255;p38">
                <a:extLst>
                  <a:ext uri="{FF2B5EF4-FFF2-40B4-BE49-F238E27FC236}">
                    <a16:creationId xmlns:a16="http://schemas.microsoft.com/office/drawing/2014/main" id="{5E2AA216-9DE2-F577-2BC7-D4DD32B38AC3}"/>
                  </a:ext>
                </a:extLst>
              </p:cNvPr>
              <p:cNvSpPr/>
              <p:nvPr/>
            </p:nvSpPr>
            <p:spPr>
              <a:xfrm>
                <a:off x="1174019" y="1683328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7" name="Google Shape;5256;p38">
                <a:extLst>
                  <a:ext uri="{FF2B5EF4-FFF2-40B4-BE49-F238E27FC236}">
                    <a16:creationId xmlns:a16="http://schemas.microsoft.com/office/drawing/2014/main" id="{24FDA71C-8C7B-11BC-77B9-E666FAE588DC}"/>
                  </a:ext>
                </a:extLst>
              </p:cNvPr>
              <p:cNvSpPr/>
              <p:nvPr/>
            </p:nvSpPr>
            <p:spPr>
              <a:xfrm>
                <a:off x="1119487" y="1683328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8" name="Google Shape;5257;p38">
                <a:extLst>
                  <a:ext uri="{FF2B5EF4-FFF2-40B4-BE49-F238E27FC236}">
                    <a16:creationId xmlns:a16="http://schemas.microsoft.com/office/drawing/2014/main" id="{ED3DB7C0-EACA-66D0-BE0F-0B440D1C16F9}"/>
                  </a:ext>
                </a:extLst>
              </p:cNvPr>
              <p:cNvSpPr/>
              <p:nvPr/>
            </p:nvSpPr>
            <p:spPr>
              <a:xfrm>
                <a:off x="1064901" y="1683328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9" name="Google Shape;5258;p38">
                <a:extLst>
                  <a:ext uri="{FF2B5EF4-FFF2-40B4-BE49-F238E27FC236}">
                    <a16:creationId xmlns:a16="http://schemas.microsoft.com/office/drawing/2014/main" id="{F909AFCC-6BE3-A6E2-376F-99B83AA77E79}"/>
                  </a:ext>
                </a:extLst>
              </p:cNvPr>
              <p:cNvSpPr/>
              <p:nvPr/>
            </p:nvSpPr>
            <p:spPr>
              <a:xfrm>
                <a:off x="1010350" y="1683328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0" name="Google Shape;5259;p38">
                <a:extLst>
                  <a:ext uri="{FF2B5EF4-FFF2-40B4-BE49-F238E27FC236}">
                    <a16:creationId xmlns:a16="http://schemas.microsoft.com/office/drawing/2014/main" id="{C3187535-0A86-362D-D39C-F1B9F62804FD}"/>
                  </a:ext>
                </a:extLst>
              </p:cNvPr>
              <p:cNvSpPr/>
              <p:nvPr/>
            </p:nvSpPr>
            <p:spPr>
              <a:xfrm>
                <a:off x="1337779" y="1628741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0" y="1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1" name="Google Shape;5260;p38">
                <a:extLst>
                  <a:ext uri="{FF2B5EF4-FFF2-40B4-BE49-F238E27FC236}">
                    <a16:creationId xmlns:a16="http://schemas.microsoft.com/office/drawing/2014/main" id="{CB5EA1E3-284B-0BA1-DE54-ED93BA6555BE}"/>
                  </a:ext>
                </a:extLst>
              </p:cNvPr>
              <p:cNvSpPr/>
              <p:nvPr/>
            </p:nvSpPr>
            <p:spPr>
              <a:xfrm>
                <a:off x="1283192" y="1628741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2" name="Google Shape;5261;p38">
                <a:extLst>
                  <a:ext uri="{FF2B5EF4-FFF2-40B4-BE49-F238E27FC236}">
                    <a16:creationId xmlns:a16="http://schemas.microsoft.com/office/drawing/2014/main" id="{56B47452-1442-5611-E33D-2BC9993B729F}"/>
                  </a:ext>
                </a:extLst>
              </p:cNvPr>
              <p:cNvSpPr/>
              <p:nvPr/>
            </p:nvSpPr>
            <p:spPr>
              <a:xfrm>
                <a:off x="1228606" y="1628741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0"/>
                    </a:lnTo>
                    <a:lnTo>
                      <a:pt x="3021" y="3020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3" name="Google Shape;5262;p38">
                <a:extLst>
                  <a:ext uri="{FF2B5EF4-FFF2-40B4-BE49-F238E27FC236}">
                    <a16:creationId xmlns:a16="http://schemas.microsoft.com/office/drawing/2014/main" id="{90E07D5F-98DC-C247-9843-0B1FAC51D260}"/>
                  </a:ext>
                </a:extLst>
              </p:cNvPr>
              <p:cNvSpPr/>
              <p:nvPr/>
            </p:nvSpPr>
            <p:spPr>
              <a:xfrm>
                <a:off x="1064901" y="1628741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4" name="Google Shape;5263;p38">
                <a:extLst>
                  <a:ext uri="{FF2B5EF4-FFF2-40B4-BE49-F238E27FC236}">
                    <a16:creationId xmlns:a16="http://schemas.microsoft.com/office/drawing/2014/main" id="{1C3EE7B3-A227-9C4E-4686-C7BB41716FA0}"/>
                  </a:ext>
                </a:extLst>
              </p:cNvPr>
              <p:cNvSpPr/>
              <p:nvPr/>
            </p:nvSpPr>
            <p:spPr>
              <a:xfrm>
                <a:off x="1010350" y="1628741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5" name="Google Shape;5264;p38">
                <a:extLst>
                  <a:ext uri="{FF2B5EF4-FFF2-40B4-BE49-F238E27FC236}">
                    <a16:creationId xmlns:a16="http://schemas.microsoft.com/office/drawing/2014/main" id="{9BF76C92-73CA-6E8E-6F2A-8251586C3551}"/>
                  </a:ext>
                </a:extLst>
              </p:cNvPr>
              <p:cNvSpPr/>
              <p:nvPr/>
            </p:nvSpPr>
            <p:spPr>
              <a:xfrm>
                <a:off x="955782" y="1628741"/>
                <a:ext cx="54586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1" extrusionOk="0">
                    <a:moveTo>
                      <a:pt x="0" y="1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6" name="Google Shape;5265;p38">
                <a:extLst>
                  <a:ext uri="{FF2B5EF4-FFF2-40B4-BE49-F238E27FC236}">
                    <a16:creationId xmlns:a16="http://schemas.microsoft.com/office/drawing/2014/main" id="{623FA417-0321-B305-1DD1-D9EB7BF264DD}"/>
                  </a:ext>
                </a:extLst>
              </p:cNvPr>
              <p:cNvSpPr/>
              <p:nvPr/>
            </p:nvSpPr>
            <p:spPr>
              <a:xfrm>
                <a:off x="1337779" y="1574155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7" name="Google Shape;5266;p38">
                <a:extLst>
                  <a:ext uri="{FF2B5EF4-FFF2-40B4-BE49-F238E27FC236}">
                    <a16:creationId xmlns:a16="http://schemas.microsoft.com/office/drawing/2014/main" id="{E4A5AB11-B6F2-C183-CF8E-4272F35F76C4}"/>
                  </a:ext>
                </a:extLst>
              </p:cNvPr>
              <p:cNvSpPr/>
              <p:nvPr/>
            </p:nvSpPr>
            <p:spPr>
              <a:xfrm>
                <a:off x="1283192" y="1574155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8" name="Google Shape;5267;p38">
                <a:extLst>
                  <a:ext uri="{FF2B5EF4-FFF2-40B4-BE49-F238E27FC236}">
                    <a16:creationId xmlns:a16="http://schemas.microsoft.com/office/drawing/2014/main" id="{3BA165BD-D50D-A53F-6AF1-20FE4804A13E}"/>
                  </a:ext>
                </a:extLst>
              </p:cNvPr>
              <p:cNvSpPr/>
              <p:nvPr/>
            </p:nvSpPr>
            <p:spPr>
              <a:xfrm>
                <a:off x="1228606" y="1574155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9" name="Google Shape;5268;p38">
                <a:extLst>
                  <a:ext uri="{FF2B5EF4-FFF2-40B4-BE49-F238E27FC236}">
                    <a16:creationId xmlns:a16="http://schemas.microsoft.com/office/drawing/2014/main" id="{EB154409-AF4F-64F7-D8A3-E7C742EC1C01}"/>
                  </a:ext>
                </a:extLst>
              </p:cNvPr>
              <p:cNvSpPr/>
              <p:nvPr/>
            </p:nvSpPr>
            <p:spPr>
              <a:xfrm>
                <a:off x="1174019" y="1574155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0" name="Google Shape;5269;p38">
                <a:extLst>
                  <a:ext uri="{FF2B5EF4-FFF2-40B4-BE49-F238E27FC236}">
                    <a16:creationId xmlns:a16="http://schemas.microsoft.com/office/drawing/2014/main" id="{FB181B06-6594-F025-75D1-12FFA57047DB}"/>
                  </a:ext>
                </a:extLst>
              </p:cNvPr>
              <p:cNvSpPr/>
              <p:nvPr/>
            </p:nvSpPr>
            <p:spPr>
              <a:xfrm>
                <a:off x="1119487" y="1574155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1" name="Google Shape;5270;p38">
                <a:extLst>
                  <a:ext uri="{FF2B5EF4-FFF2-40B4-BE49-F238E27FC236}">
                    <a16:creationId xmlns:a16="http://schemas.microsoft.com/office/drawing/2014/main" id="{7FBB9CBD-90B3-6DAB-3171-0EB83DF4AC88}"/>
                  </a:ext>
                </a:extLst>
              </p:cNvPr>
              <p:cNvSpPr/>
              <p:nvPr/>
            </p:nvSpPr>
            <p:spPr>
              <a:xfrm>
                <a:off x="1064901" y="1574155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2" name="Google Shape;5271;p38">
                <a:extLst>
                  <a:ext uri="{FF2B5EF4-FFF2-40B4-BE49-F238E27FC236}">
                    <a16:creationId xmlns:a16="http://schemas.microsoft.com/office/drawing/2014/main" id="{C0B15AC4-1493-3902-D7A2-E718FFEEAEF2}"/>
                  </a:ext>
                </a:extLst>
              </p:cNvPr>
              <p:cNvSpPr/>
              <p:nvPr/>
            </p:nvSpPr>
            <p:spPr>
              <a:xfrm>
                <a:off x="1010350" y="1574155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3" name="Google Shape;5272;p38">
                <a:extLst>
                  <a:ext uri="{FF2B5EF4-FFF2-40B4-BE49-F238E27FC236}">
                    <a16:creationId xmlns:a16="http://schemas.microsoft.com/office/drawing/2014/main" id="{A94FE281-BAA9-88BE-7B58-7EEE09E55549}"/>
                  </a:ext>
                </a:extLst>
              </p:cNvPr>
              <p:cNvSpPr/>
              <p:nvPr/>
            </p:nvSpPr>
            <p:spPr>
              <a:xfrm>
                <a:off x="955782" y="1574155"/>
                <a:ext cx="54586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4" name="Google Shape;5273;p38">
                <a:extLst>
                  <a:ext uri="{FF2B5EF4-FFF2-40B4-BE49-F238E27FC236}">
                    <a16:creationId xmlns:a16="http://schemas.microsoft.com/office/drawing/2014/main" id="{59FD7313-BA2D-E232-61EC-551D5E11450A}"/>
                  </a:ext>
                </a:extLst>
              </p:cNvPr>
              <p:cNvSpPr/>
              <p:nvPr/>
            </p:nvSpPr>
            <p:spPr>
              <a:xfrm>
                <a:off x="1392329" y="1519623"/>
                <a:ext cx="54586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5" name="Google Shape;5274;p38">
                <a:extLst>
                  <a:ext uri="{FF2B5EF4-FFF2-40B4-BE49-F238E27FC236}">
                    <a16:creationId xmlns:a16="http://schemas.microsoft.com/office/drawing/2014/main" id="{E1BB6D00-9371-8780-8D1C-079C71BE42A0}"/>
                  </a:ext>
                </a:extLst>
              </p:cNvPr>
              <p:cNvSpPr/>
              <p:nvPr/>
            </p:nvSpPr>
            <p:spPr>
              <a:xfrm>
                <a:off x="1337779" y="1519623"/>
                <a:ext cx="54568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6" name="Google Shape;5275;p38">
                <a:extLst>
                  <a:ext uri="{FF2B5EF4-FFF2-40B4-BE49-F238E27FC236}">
                    <a16:creationId xmlns:a16="http://schemas.microsoft.com/office/drawing/2014/main" id="{DC32C666-562C-20AA-7168-4D24E01C6EA5}"/>
                  </a:ext>
                </a:extLst>
              </p:cNvPr>
              <p:cNvSpPr/>
              <p:nvPr/>
            </p:nvSpPr>
            <p:spPr>
              <a:xfrm>
                <a:off x="1283192" y="1519623"/>
                <a:ext cx="54568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0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7" name="Google Shape;5276;p38">
                <a:extLst>
                  <a:ext uri="{FF2B5EF4-FFF2-40B4-BE49-F238E27FC236}">
                    <a16:creationId xmlns:a16="http://schemas.microsoft.com/office/drawing/2014/main" id="{F0087341-07FD-05B7-6740-E3791FF1A030}"/>
                  </a:ext>
                </a:extLst>
              </p:cNvPr>
              <p:cNvSpPr/>
              <p:nvPr/>
            </p:nvSpPr>
            <p:spPr>
              <a:xfrm>
                <a:off x="1174019" y="1519623"/>
                <a:ext cx="54605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0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1" y="3020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8" name="Google Shape;5277;p38">
                <a:extLst>
                  <a:ext uri="{FF2B5EF4-FFF2-40B4-BE49-F238E27FC236}">
                    <a16:creationId xmlns:a16="http://schemas.microsoft.com/office/drawing/2014/main" id="{43C988C5-8672-B9D2-C408-6199E2B62802}"/>
                  </a:ext>
                </a:extLst>
              </p:cNvPr>
              <p:cNvSpPr/>
              <p:nvPr/>
            </p:nvSpPr>
            <p:spPr>
              <a:xfrm>
                <a:off x="1119487" y="1519623"/>
                <a:ext cx="54550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9" name="Google Shape;5278;p38">
                <a:extLst>
                  <a:ext uri="{FF2B5EF4-FFF2-40B4-BE49-F238E27FC236}">
                    <a16:creationId xmlns:a16="http://schemas.microsoft.com/office/drawing/2014/main" id="{8CFFD9D1-8641-7B3B-F2F3-6DC1CB2334A6}"/>
                  </a:ext>
                </a:extLst>
              </p:cNvPr>
              <p:cNvSpPr/>
              <p:nvPr/>
            </p:nvSpPr>
            <p:spPr>
              <a:xfrm>
                <a:off x="1010350" y="1519623"/>
                <a:ext cx="54568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0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0" name="Google Shape;5279;p38">
                <a:extLst>
                  <a:ext uri="{FF2B5EF4-FFF2-40B4-BE49-F238E27FC236}">
                    <a16:creationId xmlns:a16="http://schemas.microsoft.com/office/drawing/2014/main" id="{689EC966-B122-9B3C-EE06-97EC5E934CFE}"/>
                  </a:ext>
                </a:extLst>
              </p:cNvPr>
              <p:cNvSpPr/>
              <p:nvPr/>
            </p:nvSpPr>
            <p:spPr>
              <a:xfrm>
                <a:off x="955782" y="1519623"/>
                <a:ext cx="54586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1" name="Google Shape;5280;p38">
                <a:extLst>
                  <a:ext uri="{FF2B5EF4-FFF2-40B4-BE49-F238E27FC236}">
                    <a16:creationId xmlns:a16="http://schemas.microsoft.com/office/drawing/2014/main" id="{84E33F81-0095-781E-2374-C0A27D3714EE}"/>
                  </a:ext>
                </a:extLst>
              </p:cNvPr>
              <p:cNvSpPr/>
              <p:nvPr/>
            </p:nvSpPr>
            <p:spPr>
              <a:xfrm>
                <a:off x="901195" y="1519623"/>
                <a:ext cx="54605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2" name="Google Shape;5281;p38">
                <a:extLst>
                  <a:ext uri="{FF2B5EF4-FFF2-40B4-BE49-F238E27FC236}">
                    <a16:creationId xmlns:a16="http://schemas.microsoft.com/office/drawing/2014/main" id="{07826C46-BBFC-9CD4-2808-73A0826FFCC4}"/>
                  </a:ext>
                </a:extLst>
              </p:cNvPr>
              <p:cNvSpPr/>
              <p:nvPr/>
            </p:nvSpPr>
            <p:spPr>
              <a:xfrm>
                <a:off x="1446898" y="1465036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3" name="Google Shape;5282;p38">
                <a:extLst>
                  <a:ext uri="{FF2B5EF4-FFF2-40B4-BE49-F238E27FC236}">
                    <a16:creationId xmlns:a16="http://schemas.microsoft.com/office/drawing/2014/main" id="{44DA528F-C675-0D05-1B23-7C6F600D807B}"/>
                  </a:ext>
                </a:extLst>
              </p:cNvPr>
              <p:cNvSpPr/>
              <p:nvPr/>
            </p:nvSpPr>
            <p:spPr>
              <a:xfrm>
                <a:off x="1337779" y="1465036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4" name="Google Shape;5283;p38">
                <a:extLst>
                  <a:ext uri="{FF2B5EF4-FFF2-40B4-BE49-F238E27FC236}">
                    <a16:creationId xmlns:a16="http://schemas.microsoft.com/office/drawing/2014/main" id="{4C2F38DB-8EAF-C38F-65F5-4EC208370327}"/>
                  </a:ext>
                </a:extLst>
              </p:cNvPr>
              <p:cNvSpPr/>
              <p:nvPr/>
            </p:nvSpPr>
            <p:spPr>
              <a:xfrm>
                <a:off x="1283192" y="1465036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5" name="Google Shape;5284;p38">
                <a:extLst>
                  <a:ext uri="{FF2B5EF4-FFF2-40B4-BE49-F238E27FC236}">
                    <a16:creationId xmlns:a16="http://schemas.microsoft.com/office/drawing/2014/main" id="{4F1C3E97-956D-BB0D-6304-01204D939C7D}"/>
                  </a:ext>
                </a:extLst>
              </p:cNvPr>
              <p:cNvSpPr/>
              <p:nvPr/>
            </p:nvSpPr>
            <p:spPr>
              <a:xfrm>
                <a:off x="1228606" y="1465036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1" y="3020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6" name="Google Shape;5285;p38">
                <a:extLst>
                  <a:ext uri="{FF2B5EF4-FFF2-40B4-BE49-F238E27FC236}">
                    <a16:creationId xmlns:a16="http://schemas.microsoft.com/office/drawing/2014/main" id="{6A5AA062-44AC-CC53-D92B-AB28115D6EBD}"/>
                  </a:ext>
                </a:extLst>
              </p:cNvPr>
              <p:cNvSpPr/>
              <p:nvPr/>
            </p:nvSpPr>
            <p:spPr>
              <a:xfrm>
                <a:off x="1174019" y="1465036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1" y="3020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7" name="Google Shape;5286;p38">
                <a:extLst>
                  <a:ext uri="{FF2B5EF4-FFF2-40B4-BE49-F238E27FC236}">
                    <a16:creationId xmlns:a16="http://schemas.microsoft.com/office/drawing/2014/main" id="{F6DF4137-D389-E30A-643E-FDD8B93CF602}"/>
                  </a:ext>
                </a:extLst>
              </p:cNvPr>
              <p:cNvSpPr/>
              <p:nvPr/>
            </p:nvSpPr>
            <p:spPr>
              <a:xfrm>
                <a:off x="1119487" y="1465036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8" name="Google Shape;5287;p38">
                <a:extLst>
                  <a:ext uri="{FF2B5EF4-FFF2-40B4-BE49-F238E27FC236}">
                    <a16:creationId xmlns:a16="http://schemas.microsoft.com/office/drawing/2014/main" id="{8AB6328D-796D-4CA1-26E2-B226670BD64F}"/>
                  </a:ext>
                </a:extLst>
              </p:cNvPr>
              <p:cNvSpPr/>
              <p:nvPr/>
            </p:nvSpPr>
            <p:spPr>
              <a:xfrm>
                <a:off x="1064901" y="1465036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9" name="Google Shape;5288;p38">
                <a:extLst>
                  <a:ext uri="{FF2B5EF4-FFF2-40B4-BE49-F238E27FC236}">
                    <a16:creationId xmlns:a16="http://schemas.microsoft.com/office/drawing/2014/main" id="{A27D4057-7D0D-7F6F-F08E-D8C30B4FC634}"/>
                  </a:ext>
                </a:extLst>
              </p:cNvPr>
              <p:cNvSpPr/>
              <p:nvPr/>
            </p:nvSpPr>
            <p:spPr>
              <a:xfrm>
                <a:off x="1010350" y="1465036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0" name="Google Shape;5289;p38">
                <a:extLst>
                  <a:ext uri="{FF2B5EF4-FFF2-40B4-BE49-F238E27FC236}">
                    <a16:creationId xmlns:a16="http://schemas.microsoft.com/office/drawing/2014/main" id="{67DC072A-F869-7E0C-77F1-36A8B0F388E3}"/>
                  </a:ext>
                </a:extLst>
              </p:cNvPr>
              <p:cNvSpPr/>
              <p:nvPr/>
            </p:nvSpPr>
            <p:spPr>
              <a:xfrm>
                <a:off x="955782" y="1465036"/>
                <a:ext cx="54586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1" name="Google Shape;5290;p38">
                <a:extLst>
                  <a:ext uri="{FF2B5EF4-FFF2-40B4-BE49-F238E27FC236}">
                    <a16:creationId xmlns:a16="http://schemas.microsoft.com/office/drawing/2014/main" id="{8445EA98-2D30-DEDC-0F4D-9ED2CB84161D}"/>
                  </a:ext>
                </a:extLst>
              </p:cNvPr>
              <p:cNvSpPr/>
              <p:nvPr/>
            </p:nvSpPr>
            <p:spPr>
              <a:xfrm>
                <a:off x="846645" y="1465036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2" name="Google Shape;5291;p38">
                <a:extLst>
                  <a:ext uri="{FF2B5EF4-FFF2-40B4-BE49-F238E27FC236}">
                    <a16:creationId xmlns:a16="http://schemas.microsoft.com/office/drawing/2014/main" id="{B1AD9CC9-3742-008F-9178-43B853F939F5}"/>
                  </a:ext>
                </a:extLst>
              </p:cNvPr>
              <p:cNvSpPr/>
              <p:nvPr/>
            </p:nvSpPr>
            <p:spPr>
              <a:xfrm>
                <a:off x="1337779" y="1410486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3" name="Google Shape;5292;p38">
                <a:extLst>
                  <a:ext uri="{FF2B5EF4-FFF2-40B4-BE49-F238E27FC236}">
                    <a16:creationId xmlns:a16="http://schemas.microsoft.com/office/drawing/2014/main" id="{8DD867B4-243A-6904-09AB-0A43F589F907}"/>
                  </a:ext>
                </a:extLst>
              </p:cNvPr>
              <p:cNvSpPr/>
              <p:nvPr/>
            </p:nvSpPr>
            <p:spPr>
              <a:xfrm>
                <a:off x="1283192" y="1410486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4" name="Google Shape;5293;p38">
                <a:extLst>
                  <a:ext uri="{FF2B5EF4-FFF2-40B4-BE49-F238E27FC236}">
                    <a16:creationId xmlns:a16="http://schemas.microsoft.com/office/drawing/2014/main" id="{D9FB53B9-6DA7-432D-2FAE-C38573554640}"/>
                  </a:ext>
                </a:extLst>
              </p:cNvPr>
              <p:cNvSpPr/>
              <p:nvPr/>
            </p:nvSpPr>
            <p:spPr>
              <a:xfrm>
                <a:off x="1228606" y="1410486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5" name="Google Shape;5294;p38">
                <a:extLst>
                  <a:ext uri="{FF2B5EF4-FFF2-40B4-BE49-F238E27FC236}">
                    <a16:creationId xmlns:a16="http://schemas.microsoft.com/office/drawing/2014/main" id="{B4338719-4C98-EF18-35F6-A40D92C39F1F}"/>
                  </a:ext>
                </a:extLst>
              </p:cNvPr>
              <p:cNvSpPr/>
              <p:nvPr/>
            </p:nvSpPr>
            <p:spPr>
              <a:xfrm>
                <a:off x="1174019" y="1410486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6" name="Google Shape;5295;p38">
                <a:extLst>
                  <a:ext uri="{FF2B5EF4-FFF2-40B4-BE49-F238E27FC236}">
                    <a16:creationId xmlns:a16="http://schemas.microsoft.com/office/drawing/2014/main" id="{6FA2379D-BDCB-FDF4-AD3B-A6043991CC4D}"/>
                  </a:ext>
                </a:extLst>
              </p:cNvPr>
              <p:cNvSpPr/>
              <p:nvPr/>
            </p:nvSpPr>
            <p:spPr>
              <a:xfrm>
                <a:off x="1119487" y="1410486"/>
                <a:ext cx="54550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7" name="Google Shape;5296;p38">
                <a:extLst>
                  <a:ext uri="{FF2B5EF4-FFF2-40B4-BE49-F238E27FC236}">
                    <a16:creationId xmlns:a16="http://schemas.microsoft.com/office/drawing/2014/main" id="{42C10CE8-3191-DE16-4089-4DD083A18894}"/>
                  </a:ext>
                </a:extLst>
              </p:cNvPr>
              <p:cNvSpPr/>
              <p:nvPr/>
            </p:nvSpPr>
            <p:spPr>
              <a:xfrm>
                <a:off x="1064901" y="1410486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8" name="Google Shape;5297;p38">
                <a:extLst>
                  <a:ext uri="{FF2B5EF4-FFF2-40B4-BE49-F238E27FC236}">
                    <a16:creationId xmlns:a16="http://schemas.microsoft.com/office/drawing/2014/main" id="{ED0C912C-6800-3B46-28ED-1BA99FD72625}"/>
                  </a:ext>
                </a:extLst>
              </p:cNvPr>
              <p:cNvSpPr/>
              <p:nvPr/>
            </p:nvSpPr>
            <p:spPr>
              <a:xfrm>
                <a:off x="1010350" y="1410486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9" name="Google Shape;5298;p38">
                <a:extLst>
                  <a:ext uri="{FF2B5EF4-FFF2-40B4-BE49-F238E27FC236}">
                    <a16:creationId xmlns:a16="http://schemas.microsoft.com/office/drawing/2014/main" id="{07FD36C6-F23A-7A01-8FC8-C03056431911}"/>
                  </a:ext>
                </a:extLst>
              </p:cNvPr>
              <p:cNvSpPr/>
              <p:nvPr/>
            </p:nvSpPr>
            <p:spPr>
              <a:xfrm>
                <a:off x="955782" y="1410486"/>
                <a:ext cx="54586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0" name="Google Shape;5299;p38">
                <a:extLst>
                  <a:ext uri="{FF2B5EF4-FFF2-40B4-BE49-F238E27FC236}">
                    <a16:creationId xmlns:a16="http://schemas.microsoft.com/office/drawing/2014/main" id="{6681E075-7C39-0F33-9B35-B9471B3633CE}"/>
                  </a:ext>
                </a:extLst>
              </p:cNvPr>
              <p:cNvSpPr/>
              <p:nvPr/>
            </p:nvSpPr>
            <p:spPr>
              <a:xfrm>
                <a:off x="1283192" y="1355899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1" name="Google Shape;5300;p38">
                <a:extLst>
                  <a:ext uri="{FF2B5EF4-FFF2-40B4-BE49-F238E27FC236}">
                    <a16:creationId xmlns:a16="http://schemas.microsoft.com/office/drawing/2014/main" id="{E575A1BE-98BC-824E-07D1-5FDF260E7EA2}"/>
                  </a:ext>
                </a:extLst>
              </p:cNvPr>
              <p:cNvSpPr/>
              <p:nvPr/>
            </p:nvSpPr>
            <p:spPr>
              <a:xfrm>
                <a:off x="1010350" y="1355899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2" name="Google Shape;5301;p38">
                <a:extLst>
                  <a:ext uri="{FF2B5EF4-FFF2-40B4-BE49-F238E27FC236}">
                    <a16:creationId xmlns:a16="http://schemas.microsoft.com/office/drawing/2014/main" id="{B94ACA15-C1A3-A8A1-39F4-53526E620665}"/>
                  </a:ext>
                </a:extLst>
              </p:cNvPr>
              <p:cNvSpPr/>
              <p:nvPr/>
            </p:nvSpPr>
            <p:spPr>
              <a:xfrm>
                <a:off x="1228606" y="1301313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3" name="Google Shape;5302;p38">
                <a:extLst>
                  <a:ext uri="{FF2B5EF4-FFF2-40B4-BE49-F238E27FC236}">
                    <a16:creationId xmlns:a16="http://schemas.microsoft.com/office/drawing/2014/main" id="{3B182D35-C274-7F61-9A4B-8B3C0F9E2954}"/>
                  </a:ext>
                </a:extLst>
              </p:cNvPr>
              <p:cNvSpPr/>
              <p:nvPr/>
            </p:nvSpPr>
            <p:spPr>
              <a:xfrm>
                <a:off x="1064901" y="1301313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80" name="Google Shape;5303;p38">
              <a:extLst>
                <a:ext uri="{FF2B5EF4-FFF2-40B4-BE49-F238E27FC236}">
                  <a16:creationId xmlns:a16="http://schemas.microsoft.com/office/drawing/2014/main" id="{13CBC724-0662-12D6-2E08-EF86481172BE}"/>
                </a:ext>
              </a:extLst>
            </p:cNvPr>
            <p:cNvSpPr/>
            <p:nvPr/>
          </p:nvSpPr>
          <p:spPr>
            <a:xfrm>
              <a:off x="7972425" y="2143125"/>
              <a:ext cx="247800" cy="233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81" name="Google Shape;5304;p38">
              <a:extLst>
                <a:ext uri="{FF2B5EF4-FFF2-40B4-BE49-F238E27FC236}">
                  <a16:creationId xmlns:a16="http://schemas.microsoft.com/office/drawing/2014/main" id="{1D6E7D7D-75E3-1D78-E9C4-9D6D49163082}"/>
                </a:ext>
              </a:extLst>
            </p:cNvPr>
            <p:cNvGrpSpPr/>
            <p:nvPr/>
          </p:nvGrpSpPr>
          <p:grpSpPr>
            <a:xfrm>
              <a:off x="7769170" y="1947988"/>
              <a:ext cx="654821" cy="600289"/>
              <a:chOff x="846645" y="1301313"/>
              <a:chExt cx="654821" cy="600289"/>
            </a:xfrm>
          </p:grpSpPr>
          <p:sp>
            <p:nvSpPr>
              <p:cNvPr id="6282" name="Google Shape;5305;p38">
                <a:extLst>
                  <a:ext uri="{FF2B5EF4-FFF2-40B4-BE49-F238E27FC236}">
                    <a16:creationId xmlns:a16="http://schemas.microsoft.com/office/drawing/2014/main" id="{83299545-8F11-ECAE-F785-5B24E23CBA7E}"/>
                  </a:ext>
                </a:extLst>
              </p:cNvPr>
              <p:cNvSpPr/>
              <p:nvPr/>
            </p:nvSpPr>
            <p:spPr>
              <a:xfrm>
                <a:off x="1283192" y="1847033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3" name="Google Shape;5306;p38">
                <a:extLst>
                  <a:ext uri="{FF2B5EF4-FFF2-40B4-BE49-F238E27FC236}">
                    <a16:creationId xmlns:a16="http://schemas.microsoft.com/office/drawing/2014/main" id="{BECC04F9-0811-E99B-7749-C9363727B121}"/>
                  </a:ext>
                </a:extLst>
              </p:cNvPr>
              <p:cNvSpPr/>
              <p:nvPr/>
            </p:nvSpPr>
            <p:spPr>
              <a:xfrm>
                <a:off x="1010350" y="1847033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4" name="Google Shape;5307;p38">
                <a:extLst>
                  <a:ext uri="{FF2B5EF4-FFF2-40B4-BE49-F238E27FC236}">
                    <a16:creationId xmlns:a16="http://schemas.microsoft.com/office/drawing/2014/main" id="{71C4E90B-6B90-F2DE-4B0E-199F2FB5E220}"/>
                  </a:ext>
                </a:extLst>
              </p:cNvPr>
              <p:cNvSpPr/>
              <p:nvPr/>
            </p:nvSpPr>
            <p:spPr>
              <a:xfrm>
                <a:off x="1228606" y="179244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5" name="Google Shape;5308;p38">
                <a:extLst>
                  <a:ext uri="{FF2B5EF4-FFF2-40B4-BE49-F238E27FC236}">
                    <a16:creationId xmlns:a16="http://schemas.microsoft.com/office/drawing/2014/main" id="{353464C6-E807-0B93-002A-08456E22F355}"/>
                  </a:ext>
                </a:extLst>
              </p:cNvPr>
              <p:cNvSpPr/>
              <p:nvPr/>
            </p:nvSpPr>
            <p:spPr>
              <a:xfrm>
                <a:off x="1064901" y="179244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6" name="Google Shape;5309;p38">
                <a:extLst>
                  <a:ext uri="{FF2B5EF4-FFF2-40B4-BE49-F238E27FC236}">
                    <a16:creationId xmlns:a16="http://schemas.microsoft.com/office/drawing/2014/main" id="{C08D6C77-3D1F-F4CB-1922-DBC2D8932D4D}"/>
                  </a:ext>
                </a:extLst>
              </p:cNvPr>
              <p:cNvSpPr/>
              <p:nvPr/>
            </p:nvSpPr>
            <p:spPr>
              <a:xfrm>
                <a:off x="1174019" y="1737914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7" name="Google Shape;5310;p38">
                <a:extLst>
                  <a:ext uri="{FF2B5EF4-FFF2-40B4-BE49-F238E27FC236}">
                    <a16:creationId xmlns:a16="http://schemas.microsoft.com/office/drawing/2014/main" id="{E540900D-5A26-2ABD-2A5F-25A9692DC866}"/>
                  </a:ext>
                </a:extLst>
              </p:cNvPr>
              <p:cNvSpPr/>
              <p:nvPr/>
            </p:nvSpPr>
            <p:spPr>
              <a:xfrm>
                <a:off x="1119487" y="1737914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8" name="Google Shape;5311;p38">
                <a:extLst>
                  <a:ext uri="{FF2B5EF4-FFF2-40B4-BE49-F238E27FC236}">
                    <a16:creationId xmlns:a16="http://schemas.microsoft.com/office/drawing/2014/main" id="{7F370875-5B60-A739-E400-0F1CB907E71B}"/>
                  </a:ext>
                </a:extLst>
              </p:cNvPr>
              <p:cNvSpPr/>
              <p:nvPr/>
            </p:nvSpPr>
            <p:spPr>
              <a:xfrm>
                <a:off x="1283192" y="1683328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9" name="Google Shape;5312;p38">
                <a:extLst>
                  <a:ext uri="{FF2B5EF4-FFF2-40B4-BE49-F238E27FC236}">
                    <a16:creationId xmlns:a16="http://schemas.microsoft.com/office/drawing/2014/main" id="{A573DAFC-A456-3BDF-03DB-D8F725C6D6C6}"/>
                  </a:ext>
                </a:extLst>
              </p:cNvPr>
              <p:cNvSpPr/>
              <p:nvPr/>
            </p:nvSpPr>
            <p:spPr>
              <a:xfrm>
                <a:off x="1228606" y="1683328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0" name="Google Shape;5313;p38">
                <a:extLst>
                  <a:ext uri="{FF2B5EF4-FFF2-40B4-BE49-F238E27FC236}">
                    <a16:creationId xmlns:a16="http://schemas.microsoft.com/office/drawing/2014/main" id="{93782C02-4545-9810-0122-CB6A45EE217D}"/>
                  </a:ext>
                </a:extLst>
              </p:cNvPr>
              <p:cNvSpPr/>
              <p:nvPr/>
            </p:nvSpPr>
            <p:spPr>
              <a:xfrm>
                <a:off x="1174019" y="1683328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1" name="Google Shape;5314;p38">
                <a:extLst>
                  <a:ext uri="{FF2B5EF4-FFF2-40B4-BE49-F238E27FC236}">
                    <a16:creationId xmlns:a16="http://schemas.microsoft.com/office/drawing/2014/main" id="{4A82D6EB-0E02-9305-8573-1449A2B039BF}"/>
                  </a:ext>
                </a:extLst>
              </p:cNvPr>
              <p:cNvSpPr/>
              <p:nvPr/>
            </p:nvSpPr>
            <p:spPr>
              <a:xfrm>
                <a:off x="1119487" y="1683328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2" name="Google Shape;5315;p38">
                <a:extLst>
                  <a:ext uri="{FF2B5EF4-FFF2-40B4-BE49-F238E27FC236}">
                    <a16:creationId xmlns:a16="http://schemas.microsoft.com/office/drawing/2014/main" id="{E0646738-3B0A-E511-77FE-67CAC51BA82D}"/>
                  </a:ext>
                </a:extLst>
              </p:cNvPr>
              <p:cNvSpPr/>
              <p:nvPr/>
            </p:nvSpPr>
            <p:spPr>
              <a:xfrm>
                <a:off x="1064901" y="1683328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3" name="Google Shape;5316;p38">
                <a:extLst>
                  <a:ext uri="{FF2B5EF4-FFF2-40B4-BE49-F238E27FC236}">
                    <a16:creationId xmlns:a16="http://schemas.microsoft.com/office/drawing/2014/main" id="{D7B2506F-5BF0-0431-62F3-1335CFBE1CE0}"/>
                  </a:ext>
                </a:extLst>
              </p:cNvPr>
              <p:cNvSpPr/>
              <p:nvPr/>
            </p:nvSpPr>
            <p:spPr>
              <a:xfrm>
                <a:off x="1010350" y="1683328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4" name="Google Shape;5317;p38">
                <a:extLst>
                  <a:ext uri="{FF2B5EF4-FFF2-40B4-BE49-F238E27FC236}">
                    <a16:creationId xmlns:a16="http://schemas.microsoft.com/office/drawing/2014/main" id="{7CD52601-8593-F9D7-5384-A928600BC2C0}"/>
                  </a:ext>
                </a:extLst>
              </p:cNvPr>
              <p:cNvSpPr/>
              <p:nvPr/>
            </p:nvSpPr>
            <p:spPr>
              <a:xfrm>
                <a:off x="1337779" y="1628741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0" y="1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5" name="Google Shape;5318;p38">
                <a:extLst>
                  <a:ext uri="{FF2B5EF4-FFF2-40B4-BE49-F238E27FC236}">
                    <a16:creationId xmlns:a16="http://schemas.microsoft.com/office/drawing/2014/main" id="{380F7201-D96B-A4F9-C609-27EE969160B6}"/>
                  </a:ext>
                </a:extLst>
              </p:cNvPr>
              <p:cNvSpPr/>
              <p:nvPr/>
            </p:nvSpPr>
            <p:spPr>
              <a:xfrm>
                <a:off x="1283192" y="1628741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6" name="Google Shape;5319;p38">
                <a:extLst>
                  <a:ext uri="{FF2B5EF4-FFF2-40B4-BE49-F238E27FC236}">
                    <a16:creationId xmlns:a16="http://schemas.microsoft.com/office/drawing/2014/main" id="{65BCBA4E-777E-463C-A944-268A9FD64435}"/>
                  </a:ext>
                </a:extLst>
              </p:cNvPr>
              <p:cNvSpPr/>
              <p:nvPr/>
            </p:nvSpPr>
            <p:spPr>
              <a:xfrm>
                <a:off x="1228606" y="1628741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0"/>
                    </a:lnTo>
                    <a:lnTo>
                      <a:pt x="3021" y="3020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7" name="Google Shape;5320;p38">
                <a:extLst>
                  <a:ext uri="{FF2B5EF4-FFF2-40B4-BE49-F238E27FC236}">
                    <a16:creationId xmlns:a16="http://schemas.microsoft.com/office/drawing/2014/main" id="{3AF03836-AA72-83C7-9E78-160D5398D347}"/>
                  </a:ext>
                </a:extLst>
              </p:cNvPr>
              <p:cNvSpPr/>
              <p:nvPr/>
            </p:nvSpPr>
            <p:spPr>
              <a:xfrm>
                <a:off x="1064901" y="1628741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8" name="Google Shape;5321;p38">
                <a:extLst>
                  <a:ext uri="{FF2B5EF4-FFF2-40B4-BE49-F238E27FC236}">
                    <a16:creationId xmlns:a16="http://schemas.microsoft.com/office/drawing/2014/main" id="{289D0811-6B8E-D8BE-45B9-1F3674ACB127}"/>
                  </a:ext>
                </a:extLst>
              </p:cNvPr>
              <p:cNvSpPr/>
              <p:nvPr/>
            </p:nvSpPr>
            <p:spPr>
              <a:xfrm>
                <a:off x="1010350" y="1628741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9" name="Google Shape;5322;p38">
                <a:extLst>
                  <a:ext uri="{FF2B5EF4-FFF2-40B4-BE49-F238E27FC236}">
                    <a16:creationId xmlns:a16="http://schemas.microsoft.com/office/drawing/2014/main" id="{80C805FC-CC68-2B2B-2866-49C3870CC6D4}"/>
                  </a:ext>
                </a:extLst>
              </p:cNvPr>
              <p:cNvSpPr/>
              <p:nvPr/>
            </p:nvSpPr>
            <p:spPr>
              <a:xfrm>
                <a:off x="955782" y="1628741"/>
                <a:ext cx="54586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1" extrusionOk="0">
                    <a:moveTo>
                      <a:pt x="0" y="1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0" name="Google Shape;5323;p38">
                <a:extLst>
                  <a:ext uri="{FF2B5EF4-FFF2-40B4-BE49-F238E27FC236}">
                    <a16:creationId xmlns:a16="http://schemas.microsoft.com/office/drawing/2014/main" id="{783686A5-1491-1CDC-9206-F9617DB1F4E5}"/>
                  </a:ext>
                </a:extLst>
              </p:cNvPr>
              <p:cNvSpPr/>
              <p:nvPr/>
            </p:nvSpPr>
            <p:spPr>
              <a:xfrm>
                <a:off x="1337779" y="1574155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1" name="Google Shape;5324;p38">
                <a:extLst>
                  <a:ext uri="{FF2B5EF4-FFF2-40B4-BE49-F238E27FC236}">
                    <a16:creationId xmlns:a16="http://schemas.microsoft.com/office/drawing/2014/main" id="{111C05E4-82F0-4F91-A86F-7944263D6BE4}"/>
                  </a:ext>
                </a:extLst>
              </p:cNvPr>
              <p:cNvSpPr/>
              <p:nvPr/>
            </p:nvSpPr>
            <p:spPr>
              <a:xfrm>
                <a:off x="1283192" y="1574155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2" name="Google Shape;5325;p38">
                <a:extLst>
                  <a:ext uri="{FF2B5EF4-FFF2-40B4-BE49-F238E27FC236}">
                    <a16:creationId xmlns:a16="http://schemas.microsoft.com/office/drawing/2014/main" id="{0B7F9B44-1A1B-76A0-4B09-F9FA9C7C52B5}"/>
                  </a:ext>
                </a:extLst>
              </p:cNvPr>
              <p:cNvSpPr/>
              <p:nvPr/>
            </p:nvSpPr>
            <p:spPr>
              <a:xfrm>
                <a:off x="1228606" y="1574155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3" name="Google Shape;5326;p38">
                <a:extLst>
                  <a:ext uri="{FF2B5EF4-FFF2-40B4-BE49-F238E27FC236}">
                    <a16:creationId xmlns:a16="http://schemas.microsoft.com/office/drawing/2014/main" id="{2E4C2232-E283-4F81-64D7-EA974F923CBF}"/>
                  </a:ext>
                </a:extLst>
              </p:cNvPr>
              <p:cNvSpPr/>
              <p:nvPr/>
            </p:nvSpPr>
            <p:spPr>
              <a:xfrm>
                <a:off x="1174019" y="1574155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4" name="Google Shape;5327;p38">
                <a:extLst>
                  <a:ext uri="{FF2B5EF4-FFF2-40B4-BE49-F238E27FC236}">
                    <a16:creationId xmlns:a16="http://schemas.microsoft.com/office/drawing/2014/main" id="{D402FFDF-A3E0-B8DC-03F8-942A8417DFEC}"/>
                  </a:ext>
                </a:extLst>
              </p:cNvPr>
              <p:cNvSpPr/>
              <p:nvPr/>
            </p:nvSpPr>
            <p:spPr>
              <a:xfrm>
                <a:off x="1119487" y="1574155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5" name="Google Shape;5328;p38">
                <a:extLst>
                  <a:ext uri="{FF2B5EF4-FFF2-40B4-BE49-F238E27FC236}">
                    <a16:creationId xmlns:a16="http://schemas.microsoft.com/office/drawing/2014/main" id="{30162028-1517-36D4-5E60-E9BF65FED1DB}"/>
                  </a:ext>
                </a:extLst>
              </p:cNvPr>
              <p:cNvSpPr/>
              <p:nvPr/>
            </p:nvSpPr>
            <p:spPr>
              <a:xfrm>
                <a:off x="1064901" y="1574155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6" name="Google Shape;5329;p38">
                <a:extLst>
                  <a:ext uri="{FF2B5EF4-FFF2-40B4-BE49-F238E27FC236}">
                    <a16:creationId xmlns:a16="http://schemas.microsoft.com/office/drawing/2014/main" id="{63918A07-2786-9313-31DB-4A79CB1BAB14}"/>
                  </a:ext>
                </a:extLst>
              </p:cNvPr>
              <p:cNvSpPr/>
              <p:nvPr/>
            </p:nvSpPr>
            <p:spPr>
              <a:xfrm>
                <a:off x="1010350" y="1574155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7" name="Google Shape;5330;p38">
                <a:extLst>
                  <a:ext uri="{FF2B5EF4-FFF2-40B4-BE49-F238E27FC236}">
                    <a16:creationId xmlns:a16="http://schemas.microsoft.com/office/drawing/2014/main" id="{5F602E6D-F622-9FF7-8218-58ACDB773587}"/>
                  </a:ext>
                </a:extLst>
              </p:cNvPr>
              <p:cNvSpPr/>
              <p:nvPr/>
            </p:nvSpPr>
            <p:spPr>
              <a:xfrm>
                <a:off x="955782" y="1574155"/>
                <a:ext cx="54586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8" name="Google Shape;5331;p38">
                <a:extLst>
                  <a:ext uri="{FF2B5EF4-FFF2-40B4-BE49-F238E27FC236}">
                    <a16:creationId xmlns:a16="http://schemas.microsoft.com/office/drawing/2014/main" id="{E683370E-D86F-F9CB-8890-0887F193E45B}"/>
                  </a:ext>
                </a:extLst>
              </p:cNvPr>
              <p:cNvSpPr/>
              <p:nvPr/>
            </p:nvSpPr>
            <p:spPr>
              <a:xfrm>
                <a:off x="1392329" y="1519623"/>
                <a:ext cx="54586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9" name="Google Shape;5332;p38">
                <a:extLst>
                  <a:ext uri="{FF2B5EF4-FFF2-40B4-BE49-F238E27FC236}">
                    <a16:creationId xmlns:a16="http://schemas.microsoft.com/office/drawing/2014/main" id="{A8A6906D-5EE9-B8C8-1149-8EFB580D7875}"/>
                  </a:ext>
                </a:extLst>
              </p:cNvPr>
              <p:cNvSpPr/>
              <p:nvPr/>
            </p:nvSpPr>
            <p:spPr>
              <a:xfrm>
                <a:off x="1337779" y="1519623"/>
                <a:ext cx="54568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0" name="Google Shape;5333;p38">
                <a:extLst>
                  <a:ext uri="{FF2B5EF4-FFF2-40B4-BE49-F238E27FC236}">
                    <a16:creationId xmlns:a16="http://schemas.microsoft.com/office/drawing/2014/main" id="{2C999257-17FF-2F5D-3798-CE76D44EA91E}"/>
                  </a:ext>
                </a:extLst>
              </p:cNvPr>
              <p:cNvSpPr/>
              <p:nvPr/>
            </p:nvSpPr>
            <p:spPr>
              <a:xfrm>
                <a:off x="1283192" y="1519623"/>
                <a:ext cx="54568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0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1" name="Google Shape;5334;p38">
                <a:extLst>
                  <a:ext uri="{FF2B5EF4-FFF2-40B4-BE49-F238E27FC236}">
                    <a16:creationId xmlns:a16="http://schemas.microsoft.com/office/drawing/2014/main" id="{AD0ADC50-8785-A3E2-1DDB-3B13A00F30A8}"/>
                  </a:ext>
                </a:extLst>
              </p:cNvPr>
              <p:cNvSpPr/>
              <p:nvPr/>
            </p:nvSpPr>
            <p:spPr>
              <a:xfrm>
                <a:off x="1174019" y="1519623"/>
                <a:ext cx="54605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0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1" y="3020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2" name="Google Shape;5335;p38">
                <a:extLst>
                  <a:ext uri="{FF2B5EF4-FFF2-40B4-BE49-F238E27FC236}">
                    <a16:creationId xmlns:a16="http://schemas.microsoft.com/office/drawing/2014/main" id="{76B1ED19-E966-EB4C-25D6-3C193FD230D0}"/>
                  </a:ext>
                </a:extLst>
              </p:cNvPr>
              <p:cNvSpPr/>
              <p:nvPr/>
            </p:nvSpPr>
            <p:spPr>
              <a:xfrm>
                <a:off x="1119487" y="1519623"/>
                <a:ext cx="54550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3" name="Google Shape;5336;p38">
                <a:extLst>
                  <a:ext uri="{FF2B5EF4-FFF2-40B4-BE49-F238E27FC236}">
                    <a16:creationId xmlns:a16="http://schemas.microsoft.com/office/drawing/2014/main" id="{0FC5CB53-42F8-C5F6-2A88-1F4FC657F0D4}"/>
                  </a:ext>
                </a:extLst>
              </p:cNvPr>
              <p:cNvSpPr/>
              <p:nvPr/>
            </p:nvSpPr>
            <p:spPr>
              <a:xfrm>
                <a:off x="1010350" y="1519623"/>
                <a:ext cx="54568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0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4" name="Google Shape;5337;p38">
                <a:extLst>
                  <a:ext uri="{FF2B5EF4-FFF2-40B4-BE49-F238E27FC236}">
                    <a16:creationId xmlns:a16="http://schemas.microsoft.com/office/drawing/2014/main" id="{E5E0A3CA-D66A-479B-4899-E82A30D40552}"/>
                  </a:ext>
                </a:extLst>
              </p:cNvPr>
              <p:cNvSpPr/>
              <p:nvPr/>
            </p:nvSpPr>
            <p:spPr>
              <a:xfrm>
                <a:off x="955782" y="1519623"/>
                <a:ext cx="54586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5" name="Google Shape;5338;p38">
                <a:extLst>
                  <a:ext uri="{FF2B5EF4-FFF2-40B4-BE49-F238E27FC236}">
                    <a16:creationId xmlns:a16="http://schemas.microsoft.com/office/drawing/2014/main" id="{A0D4528E-5C14-8691-9A3E-A6CD039DC3BE}"/>
                  </a:ext>
                </a:extLst>
              </p:cNvPr>
              <p:cNvSpPr/>
              <p:nvPr/>
            </p:nvSpPr>
            <p:spPr>
              <a:xfrm>
                <a:off x="901195" y="1519623"/>
                <a:ext cx="54605" cy="54586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0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6" name="Google Shape;5339;p38">
                <a:extLst>
                  <a:ext uri="{FF2B5EF4-FFF2-40B4-BE49-F238E27FC236}">
                    <a16:creationId xmlns:a16="http://schemas.microsoft.com/office/drawing/2014/main" id="{3A046F69-3D4E-BBF2-4C06-4A1F486E67CA}"/>
                  </a:ext>
                </a:extLst>
              </p:cNvPr>
              <p:cNvSpPr/>
              <p:nvPr/>
            </p:nvSpPr>
            <p:spPr>
              <a:xfrm>
                <a:off x="1446898" y="1465036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7" name="Google Shape;5340;p38">
                <a:extLst>
                  <a:ext uri="{FF2B5EF4-FFF2-40B4-BE49-F238E27FC236}">
                    <a16:creationId xmlns:a16="http://schemas.microsoft.com/office/drawing/2014/main" id="{E9BD7064-98F4-36F3-6D76-5F3AC42D1D92}"/>
                  </a:ext>
                </a:extLst>
              </p:cNvPr>
              <p:cNvSpPr/>
              <p:nvPr/>
            </p:nvSpPr>
            <p:spPr>
              <a:xfrm>
                <a:off x="1337779" y="1465036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8" name="Google Shape;5341;p38">
                <a:extLst>
                  <a:ext uri="{FF2B5EF4-FFF2-40B4-BE49-F238E27FC236}">
                    <a16:creationId xmlns:a16="http://schemas.microsoft.com/office/drawing/2014/main" id="{B600474D-D1B7-8B38-17E7-E6DADB6328DA}"/>
                  </a:ext>
                </a:extLst>
              </p:cNvPr>
              <p:cNvSpPr/>
              <p:nvPr/>
            </p:nvSpPr>
            <p:spPr>
              <a:xfrm>
                <a:off x="1283192" y="1465036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9" name="Google Shape;5342;p38">
                <a:extLst>
                  <a:ext uri="{FF2B5EF4-FFF2-40B4-BE49-F238E27FC236}">
                    <a16:creationId xmlns:a16="http://schemas.microsoft.com/office/drawing/2014/main" id="{A7D0B6B5-AF1A-7F05-3575-7A6C3BD1009A}"/>
                  </a:ext>
                </a:extLst>
              </p:cNvPr>
              <p:cNvSpPr/>
              <p:nvPr/>
            </p:nvSpPr>
            <p:spPr>
              <a:xfrm>
                <a:off x="1228606" y="1465036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1" y="3020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0" name="Google Shape;5343;p38">
                <a:extLst>
                  <a:ext uri="{FF2B5EF4-FFF2-40B4-BE49-F238E27FC236}">
                    <a16:creationId xmlns:a16="http://schemas.microsoft.com/office/drawing/2014/main" id="{4E67262D-384F-24F6-D155-C9A464EC55C6}"/>
                  </a:ext>
                </a:extLst>
              </p:cNvPr>
              <p:cNvSpPr/>
              <p:nvPr/>
            </p:nvSpPr>
            <p:spPr>
              <a:xfrm>
                <a:off x="1174019" y="1465036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1" y="3020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1" name="Google Shape;5344;p38">
                <a:extLst>
                  <a:ext uri="{FF2B5EF4-FFF2-40B4-BE49-F238E27FC236}">
                    <a16:creationId xmlns:a16="http://schemas.microsoft.com/office/drawing/2014/main" id="{EDA74C02-4863-FC44-3E31-8619FA857D7D}"/>
                  </a:ext>
                </a:extLst>
              </p:cNvPr>
              <p:cNvSpPr/>
              <p:nvPr/>
            </p:nvSpPr>
            <p:spPr>
              <a:xfrm>
                <a:off x="1119487" y="1465036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2" name="Google Shape;5345;p38">
                <a:extLst>
                  <a:ext uri="{FF2B5EF4-FFF2-40B4-BE49-F238E27FC236}">
                    <a16:creationId xmlns:a16="http://schemas.microsoft.com/office/drawing/2014/main" id="{F44D4960-40CD-CAE4-D3CE-C92FBC07E550}"/>
                  </a:ext>
                </a:extLst>
              </p:cNvPr>
              <p:cNvSpPr/>
              <p:nvPr/>
            </p:nvSpPr>
            <p:spPr>
              <a:xfrm>
                <a:off x="1064901" y="1465036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3" name="Google Shape;5346;p38">
                <a:extLst>
                  <a:ext uri="{FF2B5EF4-FFF2-40B4-BE49-F238E27FC236}">
                    <a16:creationId xmlns:a16="http://schemas.microsoft.com/office/drawing/2014/main" id="{0DA4301A-330B-3DB5-AFB4-3AFEA79DD961}"/>
                  </a:ext>
                </a:extLst>
              </p:cNvPr>
              <p:cNvSpPr/>
              <p:nvPr/>
            </p:nvSpPr>
            <p:spPr>
              <a:xfrm>
                <a:off x="1010350" y="1465036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4" name="Google Shape;5347;p38">
                <a:extLst>
                  <a:ext uri="{FF2B5EF4-FFF2-40B4-BE49-F238E27FC236}">
                    <a16:creationId xmlns:a16="http://schemas.microsoft.com/office/drawing/2014/main" id="{50362F62-9750-0DE9-5A83-600E311C6FEA}"/>
                  </a:ext>
                </a:extLst>
              </p:cNvPr>
              <p:cNvSpPr/>
              <p:nvPr/>
            </p:nvSpPr>
            <p:spPr>
              <a:xfrm>
                <a:off x="955782" y="1465036"/>
                <a:ext cx="54586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5" name="Google Shape;5348;p38">
                <a:extLst>
                  <a:ext uri="{FF2B5EF4-FFF2-40B4-BE49-F238E27FC236}">
                    <a16:creationId xmlns:a16="http://schemas.microsoft.com/office/drawing/2014/main" id="{22750C80-DD19-FE30-B44C-98C7FFA713CF}"/>
                  </a:ext>
                </a:extLst>
              </p:cNvPr>
              <p:cNvSpPr/>
              <p:nvPr/>
            </p:nvSpPr>
            <p:spPr>
              <a:xfrm>
                <a:off x="846645" y="1465036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6" name="Google Shape;5349;p38">
                <a:extLst>
                  <a:ext uri="{FF2B5EF4-FFF2-40B4-BE49-F238E27FC236}">
                    <a16:creationId xmlns:a16="http://schemas.microsoft.com/office/drawing/2014/main" id="{EDB2B982-E4EE-FF87-AA05-371F2688A7DD}"/>
                  </a:ext>
                </a:extLst>
              </p:cNvPr>
              <p:cNvSpPr/>
              <p:nvPr/>
            </p:nvSpPr>
            <p:spPr>
              <a:xfrm>
                <a:off x="1337779" y="1410486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7" name="Google Shape;5350;p38">
                <a:extLst>
                  <a:ext uri="{FF2B5EF4-FFF2-40B4-BE49-F238E27FC236}">
                    <a16:creationId xmlns:a16="http://schemas.microsoft.com/office/drawing/2014/main" id="{EB8A8959-FDC0-B994-8A4E-907BA40D1E08}"/>
                  </a:ext>
                </a:extLst>
              </p:cNvPr>
              <p:cNvSpPr/>
              <p:nvPr/>
            </p:nvSpPr>
            <p:spPr>
              <a:xfrm>
                <a:off x="1283192" y="1410486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8" name="Google Shape;5351;p38">
                <a:extLst>
                  <a:ext uri="{FF2B5EF4-FFF2-40B4-BE49-F238E27FC236}">
                    <a16:creationId xmlns:a16="http://schemas.microsoft.com/office/drawing/2014/main" id="{175715A3-C548-CB7F-7D76-4BE1530E5D62}"/>
                  </a:ext>
                </a:extLst>
              </p:cNvPr>
              <p:cNvSpPr/>
              <p:nvPr/>
            </p:nvSpPr>
            <p:spPr>
              <a:xfrm>
                <a:off x="1228606" y="1410486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9" name="Google Shape;5352;p38">
                <a:extLst>
                  <a:ext uri="{FF2B5EF4-FFF2-40B4-BE49-F238E27FC236}">
                    <a16:creationId xmlns:a16="http://schemas.microsoft.com/office/drawing/2014/main" id="{9D0FEE6F-61CA-2020-DD54-26EA1C486F48}"/>
                  </a:ext>
                </a:extLst>
              </p:cNvPr>
              <p:cNvSpPr/>
              <p:nvPr/>
            </p:nvSpPr>
            <p:spPr>
              <a:xfrm>
                <a:off x="1174019" y="1410486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0" name="Google Shape;5353;p38">
                <a:extLst>
                  <a:ext uri="{FF2B5EF4-FFF2-40B4-BE49-F238E27FC236}">
                    <a16:creationId xmlns:a16="http://schemas.microsoft.com/office/drawing/2014/main" id="{B3D52A8C-B0D3-3168-935C-7B26CBB7A799}"/>
                  </a:ext>
                </a:extLst>
              </p:cNvPr>
              <p:cNvSpPr/>
              <p:nvPr/>
            </p:nvSpPr>
            <p:spPr>
              <a:xfrm>
                <a:off x="1119487" y="1410486"/>
                <a:ext cx="54550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1" name="Google Shape;5354;p38">
                <a:extLst>
                  <a:ext uri="{FF2B5EF4-FFF2-40B4-BE49-F238E27FC236}">
                    <a16:creationId xmlns:a16="http://schemas.microsoft.com/office/drawing/2014/main" id="{A0AB1BDE-384A-4C53-74DE-9B90E8D709DD}"/>
                  </a:ext>
                </a:extLst>
              </p:cNvPr>
              <p:cNvSpPr/>
              <p:nvPr/>
            </p:nvSpPr>
            <p:spPr>
              <a:xfrm>
                <a:off x="1064901" y="1410486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2" name="Google Shape;5355;p38">
                <a:extLst>
                  <a:ext uri="{FF2B5EF4-FFF2-40B4-BE49-F238E27FC236}">
                    <a16:creationId xmlns:a16="http://schemas.microsoft.com/office/drawing/2014/main" id="{D8AB34EC-2283-8353-48FB-A9892E799C3A}"/>
                  </a:ext>
                </a:extLst>
              </p:cNvPr>
              <p:cNvSpPr/>
              <p:nvPr/>
            </p:nvSpPr>
            <p:spPr>
              <a:xfrm>
                <a:off x="1010350" y="1410486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3" name="Google Shape;5356;p38">
                <a:extLst>
                  <a:ext uri="{FF2B5EF4-FFF2-40B4-BE49-F238E27FC236}">
                    <a16:creationId xmlns:a16="http://schemas.microsoft.com/office/drawing/2014/main" id="{64CF570D-82FD-2468-F5C0-5CDC7FC15093}"/>
                  </a:ext>
                </a:extLst>
              </p:cNvPr>
              <p:cNvSpPr/>
              <p:nvPr/>
            </p:nvSpPr>
            <p:spPr>
              <a:xfrm>
                <a:off x="955782" y="1410486"/>
                <a:ext cx="54586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4" name="Google Shape;5357;p38">
                <a:extLst>
                  <a:ext uri="{FF2B5EF4-FFF2-40B4-BE49-F238E27FC236}">
                    <a16:creationId xmlns:a16="http://schemas.microsoft.com/office/drawing/2014/main" id="{9E16D335-B456-CEA7-3B68-73AB515147C0}"/>
                  </a:ext>
                </a:extLst>
              </p:cNvPr>
              <p:cNvSpPr/>
              <p:nvPr/>
            </p:nvSpPr>
            <p:spPr>
              <a:xfrm>
                <a:off x="1283192" y="1355899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5" name="Google Shape;5358;p38">
                <a:extLst>
                  <a:ext uri="{FF2B5EF4-FFF2-40B4-BE49-F238E27FC236}">
                    <a16:creationId xmlns:a16="http://schemas.microsoft.com/office/drawing/2014/main" id="{CF145C31-1B37-DAA2-7CA9-BC3CE55F6052}"/>
                  </a:ext>
                </a:extLst>
              </p:cNvPr>
              <p:cNvSpPr/>
              <p:nvPr/>
            </p:nvSpPr>
            <p:spPr>
              <a:xfrm>
                <a:off x="1010350" y="1355899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6" name="Google Shape;5359;p38">
                <a:extLst>
                  <a:ext uri="{FF2B5EF4-FFF2-40B4-BE49-F238E27FC236}">
                    <a16:creationId xmlns:a16="http://schemas.microsoft.com/office/drawing/2014/main" id="{83223008-CA79-2512-A4C5-34E1CAEE81B7}"/>
                  </a:ext>
                </a:extLst>
              </p:cNvPr>
              <p:cNvSpPr/>
              <p:nvPr/>
            </p:nvSpPr>
            <p:spPr>
              <a:xfrm>
                <a:off x="1228606" y="1301313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7" name="Google Shape;5360;p38">
                <a:extLst>
                  <a:ext uri="{FF2B5EF4-FFF2-40B4-BE49-F238E27FC236}">
                    <a16:creationId xmlns:a16="http://schemas.microsoft.com/office/drawing/2014/main" id="{6F38F70F-69EB-EE2D-A96C-3C52E012852D}"/>
                  </a:ext>
                </a:extLst>
              </p:cNvPr>
              <p:cNvSpPr/>
              <p:nvPr/>
            </p:nvSpPr>
            <p:spPr>
              <a:xfrm>
                <a:off x="1064901" y="1301313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95" name="Google Shape;5060;p38">
            <a:extLst>
              <a:ext uri="{FF2B5EF4-FFF2-40B4-BE49-F238E27FC236}">
                <a16:creationId xmlns:a16="http://schemas.microsoft.com/office/drawing/2014/main" id="{21DD2A0A-EEAE-27E1-86CA-129E2C1E8E8A}"/>
              </a:ext>
            </a:extLst>
          </p:cNvPr>
          <p:cNvGrpSpPr/>
          <p:nvPr/>
        </p:nvGrpSpPr>
        <p:grpSpPr>
          <a:xfrm>
            <a:off x="1539417" y="3501778"/>
            <a:ext cx="436565" cy="381997"/>
            <a:chOff x="6316827" y="2820597"/>
            <a:chExt cx="436565" cy="381997"/>
          </a:xfrm>
        </p:grpSpPr>
        <p:grpSp>
          <p:nvGrpSpPr>
            <p:cNvPr id="6396" name="Google Shape;5061;p38">
              <a:extLst>
                <a:ext uri="{FF2B5EF4-FFF2-40B4-BE49-F238E27FC236}">
                  <a16:creationId xmlns:a16="http://schemas.microsoft.com/office/drawing/2014/main" id="{FBF2D268-27C0-D5AE-694D-79683E2D1A38}"/>
                </a:ext>
              </a:extLst>
            </p:cNvPr>
            <p:cNvGrpSpPr/>
            <p:nvPr/>
          </p:nvGrpSpPr>
          <p:grpSpPr>
            <a:xfrm>
              <a:off x="6316827" y="2820597"/>
              <a:ext cx="436565" cy="381997"/>
              <a:chOff x="4278927" y="3974122"/>
              <a:chExt cx="436565" cy="381997"/>
            </a:xfrm>
          </p:grpSpPr>
          <p:sp>
            <p:nvSpPr>
              <p:cNvPr id="6431" name="Google Shape;5062;p38">
                <a:extLst>
                  <a:ext uri="{FF2B5EF4-FFF2-40B4-BE49-F238E27FC236}">
                    <a16:creationId xmlns:a16="http://schemas.microsoft.com/office/drawing/2014/main" id="{0C524654-6528-73FF-D3F3-AD2B1745DB88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2" name="Google Shape;5063;p38">
                <a:extLst>
                  <a:ext uri="{FF2B5EF4-FFF2-40B4-BE49-F238E27FC236}">
                    <a16:creationId xmlns:a16="http://schemas.microsoft.com/office/drawing/2014/main" id="{C773C739-DCFA-73C7-8725-50E3DCE828EB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3" name="Google Shape;5064;p38">
                <a:extLst>
                  <a:ext uri="{FF2B5EF4-FFF2-40B4-BE49-F238E27FC236}">
                    <a16:creationId xmlns:a16="http://schemas.microsoft.com/office/drawing/2014/main" id="{4870EAFE-97E3-25E0-15BE-A678D16445D7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4" name="Google Shape;5065;p38">
                <a:extLst>
                  <a:ext uri="{FF2B5EF4-FFF2-40B4-BE49-F238E27FC236}">
                    <a16:creationId xmlns:a16="http://schemas.microsoft.com/office/drawing/2014/main" id="{02A96682-6C57-02E4-494B-43CFE0466576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5" name="Google Shape;5066;p38">
                <a:extLst>
                  <a:ext uri="{FF2B5EF4-FFF2-40B4-BE49-F238E27FC236}">
                    <a16:creationId xmlns:a16="http://schemas.microsoft.com/office/drawing/2014/main" id="{9AEACE5C-0289-A20D-E27B-C555D3F4B3FD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6" name="Google Shape;5067;p38">
                <a:extLst>
                  <a:ext uri="{FF2B5EF4-FFF2-40B4-BE49-F238E27FC236}">
                    <a16:creationId xmlns:a16="http://schemas.microsoft.com/office/drawing/2014/main" id="{AC90DFDF-CDE6-3EC9-276C-34299EF37312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7" name="Google Shape;5068;p38">
                <a:extLst>
                  <a:ext uri="{FF2B5EF4-FFF2-40B4-BE49-F238E27FC236}">
                    <a16:creationId xmlns:a16="http://schemas.microsoft.com/office/drawing/2014/main" id="{15563A8F-E06E-E623-4E36-B6164DA51886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8" name="Google Shape;5069;p38">
                <a:extLst>
                  <a:ext uri="{FF2B5EF4-FFF2-40B4-BE49-F238E27FC236}">
                    <a16:creationId xmlns:a16="http://schemas.microsoft.com/office/drawing/2014/main" id="{94F0DEEC-E5ED-33D6-DB0E-D6AAAB1AAE06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9" name="Google Shape;5070;p38">
                <a:extLst>
                  <a:ext uri="{FF2B5EF4-FFF2-40B4-BE49-F238E27FC236}">
                    <a16:creationId xmlns:a16="http://schemas.microsoft.com/office/drawing/2014/main" id="{09693467-4E14-8B62-D838-7BFF1151639D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0" name="Google Shape;5071;p38">
                <a:extLst>
                  <a:ext uri="{FF2B5EF4-FFF2-40B4-BE49-F238E27FC236}">
                    <a16:creationId xmlns:a16="http://schemas.microsoft.com/office/drawing/2014/main" id="{2F0880C8-C5A4-DBC6-5C73-94BA702CC41A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1" name="Google Shape;5072;p38">
                <a:extLst>
                  <a:ext uri="{FF2B5EF4-FFF2-40B4-BE49-F238E27FC236}">
                    <a16:creationId xmlns:a16="http://schemas.microsoft.com/office/drawing/2014/main" id="{1E2AF39E-19AD-1B50-41BE-A6FE589D6301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2" name="Google Shape;5073;p38">
                <a:extLst>
                  <a:ext uri="{FF2B5EF4-FFF2-40B4-BE49-F238E27FC236}">
                    <a16:creationId xmlns:a16="http://schemas.microsoft.com/office/drawing/2014/main" id="{5FCB4295-74A1-D3FF-B9FB-B0C841F8D8E5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3" name="Google Shape;5074;p38">
                <a:extLst>
                  <a:ext uri="{FF2B5EF4-FFF2-40B4-BE49-F238E27FC236}">
                    <a16:creationId xmlns:a16="http://schemas.microsoft.com/office/drawing/2014/main" id="{3959AE6A-04D5-BF7F-7C2E-FB764C55549C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4" name="Google Shape;5075;p38">
                <a:extLst>
                  <a:ext uri="{FF2B5EF4-FFF2-40B4-BE49-F238E27FC236}">
                    <a16:creationId xmlns:a16="http://schemas.microsoft.com/office/drawing/2014/main" id="{202BD684-D0F6-57B5-C846-9B55C9846374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5" name="Google Shape;5076;p38">
                <a:extLst>
                  <a:ext uri="{FF2B5EF4-FFF2-40B4-BE49-F238E27FC236}">
                    <a16:creationId xmlns:a16="http://schemas.microsoft.com/office/drawing/2014/main" id="{96B3BCDB-F829-DB8E-B407-256FAD83F2BB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6" name="Google Shape;5077;p38">
                <a:extLst>
                  <a:ext uri="{FF2B5EF4-FFF2-40B4-BE49-F238E27FC236}">
                    <a16:creationId xmlns:a16="http://schemas.microsoft.com/office/drawing/2014/main" id="{1060C1B5-5397-FC2D-A080-9448B39B63F4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7" name="Google Shape;5078;p38">
                <a:extLst>
                  <a:ext uri="{FF2B5EF4-FFF2-40B4-BE49-F238E27FC236}">
                    <a16:creationId xmlns:a16="http://schemas.microsoft.com/office/drawing/2014/main" id="{7937A083-F998-92A7-26F6-318E94AC2B26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8" name="Google Shape;5079;p38">
                <a:extLst>
                  <a:ext uri="{FF2B5EF4-FFF2-40B4-BE49-F238E27FC236}">
                    <a16:creationId xmlns:a16="http://schemas.microsoft.com/office/drawing/2014/main" id="{E0E8DFBE-1557-ED45-4576-E5537A819515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9" name="Google Shape;5080;p38">
                <a:extLst>
                  <a:ext uri="{FF2B5EF4-FFF2-40B4-BE49-F238E27FC236}">
                    <a16:creationId xmlns:a16="http://schemas.microsoft.com/office/drawing/2014/main" id="{89156D9D-9D58-BFC4-99A4-4094DE59F79E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0" name="Google Shape;5081;p38">
                <a:extLst>
                  <a:ext uri="{FF2B5EF4-FFF2-40B4-BE49-F238E27FC236}">
                    <a16:creationId xmlns:a16="http://schemas.microsoft.com/office/drawing/2014/main" id="{C74E067B-CC27-266E-A564-2879362A3229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1" name="Google Shape;5082;p38">
                <a:extLst>
                  <a:ext uri="{FF2B5EF4-FFF2-40B4-BE49-F238E27FC236}">
                    <a16:creationId xmlns:a16="http://schemas.microsoft.com/office/drawing/2014/main" id="{E97018D9-AA49-B797-45C4-E65DADF7CB1E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2" name="Google Shape;5083;p38">
                <a:extLst>
                  <a:ext uri="{FF2B5EF4-FFF2-40B4-BE49-F238E27FC236}">
                    <a16:creationId xmlns:a16="http://schemas.microsoft.com/office/drawing/2014/main" id="{C961E952-E79C-BFA0-A68D-48D72EB52DA6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3" name="Google Shape;5084;p38">
                <a:extLst>
                  <a:ext uri="{FF2B5EF4-FFF2-40B4-BE49-F238E27FC236}">
                    <a16:creationId xmlns:a16="http://schemas.microsoft.com/office/drawing/2014/main" id="{9D9196D7-7A05-F878-E3A0-90FAF9FE8AA2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4" name="Google Shape;5085;p38">
                <a:extLst>
                  <a:ext uri="{FF2B5EF4-FFF2-40B4-BE49-F238E27FC236}">
                    <a16:creationId xmlns:a16="http://schemas.microsoft.com/office/drawing/2014/main" id="{D2461DA1-B86F-329E-119A-FFD8AD75DA5F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5" name="Google Shape;5086;p38">
                <a:extLst>
                  <a:ext uri="{FF2B5EF4-FFF2-40B4-BE49-F238E27FC236}">
                    <a16:creationId xmlns:a16="http://schemas.microsoft.com/office/drawing/2014/main" id="{11F04D42-4C1F-1DFA-7C91-4CE5CE5D359C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6" name="Google Shape;5087;p38">
                <a:extLst>
                  <a:ext uri="{FF2B5EF4-FFF2-40B4-BE49-F238E27FC236}">
                    <a16:creationId xmlns:a16="http://schemas.microsoft.com/office/drawing/2014/main" id="{7EB9BC71-F7DB-D7A8-1756-D46780531F56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7" name="Google Shape;5088;p38">
                <a:extLst>
                  <a:ext uri="{FF2B5EF4-FFF2-40B4-BE49-F238E27FC236}">
                    <a16:creationId xmlns:a16="http://schemas.microsoft.com/office/drawing/2014/main" id="{03D17D21-E2F3-EE30-6B65-5CF0D2162ED6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8" name="Google Shape;5089;p38">
                <a:extLst>
                  <a:ext uri="{FF2B5EF4-FFF2-40B4-BE49-F238E27FC236}">
                    <a16:creationId xmlns:a16="http://schemas.microsoft.com/office/drawing/2014/main" id="{9E63A59B-6851-505C-2DC3-069233BFB8EC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9" name="Google Shape;5090;p38">
                <a:extLst>
                  <a:ext uri="{FF2B5EF4-FFF2-40B4-BE49-F238E27FC236}">
                    <a16:creationId xmlns:a16="http://schemas.microsoft.com/office/drawing/2014/main" id="{B11BBDA9-A72A-C23E-D057-BA1ECE53C9B5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0" name="Google Shape;5091;p38">
                <a:extLst>
                  <a:ext uri="{FF2B5EF4-FFF2-40B4-BE49-F238E27FC236}">
                    <a16:creationId xmlns:a16="http://schemas.microsoft.com/office/drawing/2014/main" id="{2D8B1A07-BE17-9CFA-DF23-81FB347FFA32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1" name="Google Shape;5092;p38">
                <a:extLst>
                  <a:ext uri="{FF2B5EF4-FFF2-40B4-BE49-F238E27FC236}">
                    <a16:creationId xmlns:a16="http://schemas.microsoft.com/office/drawing/2014/main" id="{F4E73E62-95E3-5B10-48E1-CAAA3C885978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2" name="Google Shape;5093;p38">
                <a:extLst>
                  <a:ext uri="{FF2B5EF4-FFF2-40B4-BE49-F238E27FC236}">
                    <a16:creationId xmlns:a16="http://schemas.microsoft.com/office/drawing/2014/main" id="{6BEE3E2A-9200-6DA2-D2A4-7144A21C1AC3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397" name="Google Shape;5094;p38">
              <a:extLst>
                <a:ext uri="{FF2B5EF4-FFF2-40B4-BE49-F238E27FC236}">
                  <a16:creationId xmlns:a16="http://schemas.microsoft.com/office/drawing/2014/main" id="{2FE8769E-B115-FAB6-AEBF-BE0B574F7406}"/>
                </a:ext>
              </a:extLst>
            </p:cNvPr>
            <p:cNvSpPr/>
            <p:nvPr/>
          </p:nvSpPr>
          <p:spPr>
            <a:xfrm>
              <a:off x="6419850" y="2928950"/>
              <a:ext cx="238200" cy="17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98" name="Google Shape;5095;p38">
              <a:extLst>
                <a:ext uri="{FF2B5EF4-FFF2-40B4-BE49-F238E27FC236}">
                  <a16:creationId xmlns:a16="http://schemas.microsoft.com/office/drawing/2014/main" id="{6B8D1303-8D9C-CE18-7661-F6F3881A7257}"/>
                </a:ext>
              </a:extLst>
            </p:cNvPr>
            <p:cNvGrpSpPr/>
            <p:nvPr/>
          </p:nvGrpSpPr>
          <p:grpSpPr>
            <a:xfrm>
              <a:off x="6316827" y="2820597"/>
              <a:ext cx="436565" cy="381997"/>
              <a:chOff x="4278927" y="3974122"/>
              <a:chExt cx="436565" cy="381997"/>
            </a:xfrm>
          </p:grpSpPr>
          <p:sp>
            <p:nvSpPr>
              <p:cNvPr id="6399" name="Google Shape;5096;p38">
                <a:extLst>
                  <a:ext uri="{FF2B5EF4-FFF2-40B4-BE49-F238E27FC236}">
                    <a16:creationId xmlns:a16="http://schemas.microsoft.com/office/drawing/2014/main" id="{AE568978-22CD-DDC1-CA02-650D4FE725D7}"/>
                  </a:ext>
                </a:extLst>
              </p:cNvPr>
              <p:cNvSpPr/>
              <p:nvPr/>
            </p:nvSpPr>
            <p:spPr>
              <a:xfrm>
                <a:off x="4660888" y="4301550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0" name="Google Shape;5097;p38">
                <a:extLst>
                  <a:ext uri="{FF2B5EF4-FFF2-40B4-BE49-F238E27FC236}">
                    <a16:creationId xmlns:a16="http://schemas.microsoft.com/office/drawing/2014/main" id="{B24ACECE-7155-ADDC-88C7-7CEE351A63E5}"/>
                  </a:ext>
                </a:extLst>
              </p:cNvPr>
              <p:cNvSpPr/>
              <p:nvPr/>
            </p:nvSpPr>
            <p:spPr>
              <a:xfrm>
                <a:off x="4278927" y="4301550"/>
                <a:ext cx="54568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9" extrusionOk="0">
                    <a:moveTo>
                      <a:pt x="1" y="1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1" name="Google Shape;5098;p38">
                <a:extLst>
                  <a:ext uri="{FF2B5EF4-FFF2-40B4-BE49-F238E27FC236}">
                    <a16:creationId xmlns:a16="http://schemas.microsoft.com/office/drawing/2014/main" id="{601E6A97-205E-11D5-770B-C5753ACE4F7E}"/>
                  </a:ext>
                </a:extLst>
              </p:cNvPr>
              <p:cNvSpPr/>
              <p:nvPr/>
            </p:nvSpPr>
            <p:spPr>
              <a:xfrm>
                <a:off x="4606356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2" name="Google Shape;5099;p38">
                <a:extLst>
                  <a:ext uri="{FF2B5EF4-FFF2-40B4-BE49-F238E27FC236}">
                    <a16:creationId xmlns:a16="http://schemas.microsoft.com/office/drawing/2014/main" id="{E55A76E3-103B-B328-0A6C-B0BE497E2C3A}"/>
                  </a:ext>
                </a:extLst>
              </p:cNvPr>
              <p:cNvSpPr/>
              <p:nvPr/>
            </p:nvSpPr>
            <p:spPr>
              <a:xfrm>
                <a:off x="4551769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3" name="Google Shape;5100;p38">
                <a:extLst>
                  <a:ext uri="{FF2B5EF4-FFF2-40B4-BE49-F238E27FC236}">
                    <a16:creationId xmlns:a16="http://schemas.microsoft.com/office/drawing/2014/main" id="{3AC8365D-6A66-CAFE-E538-0507E8BBED94}"/>
                  </a:ext>
                </a:extLst>
              </p:cNvPr>
              <p:cNvSpPr/>
              <p:nvPr/>
            </p:nvSpPr>
            <p:spPr>
              <a:xfrm>
                <a:off x="4497183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4" name="Google Shape;5101;p38">
                <a:extLst>
                  <a:ext uri="{FF2B5EF4-FFF2-40B4-BE49-F238E27FC236}">
                    <a16:creationId xmlns:a16="http://schemas.microsoft.com/office/drawing/2014/main" id="{B25743F0-14A5-1C85-574C-FF68A497D695}"/>
                  </a:ext>
                </a:extLst>
              </p:cNvPr>
              <p:cNvSpPr/>
              <p:nvPr/>
            </p:nvSpPr>
            <p:spPr>
              <a:xfrm>
                <a:off x="4442650" y="4246964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5" name="Google Shape;5102;p38">
                <a:extLst>
                  <a:ext uri="{FF2B5EF4-FFF2-40B4-BE49-F238E27FC236}">
                    <a16:creationId xmlns:a16="http://schemas.microsoft.com/office/drawing/2014/main" id="{5BF6E0A4-9D81-3A69-1A59-8B33068070C5}"/>
                  </a:ext>
                </a:extLst>
              </p:cNvPr>
              <p:cNvSpPr/>
              <p:nvPr/>
            </p:nvSpPr>
            <p:spPr>
              <a:xfrm>
                <a:off x="4388064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6" name="Google Shape;5103;p38">
                <a:extLst>
                  <a:ext uri="{FF2B5EF4-FFF2-40B4-BE49-F238E27FC236}">
                    <a16:creationId xmlns:a16="http://schemas.microsoft.com/office/drawing/2014/main" id="{753A6570-5405-1E7D-E4EA-ECF2C52BDF77}"/>
                  </a:ext>
                </a:extLst>
              </p:cNvPr>
              <p:cNvSpPr/>
              <p:nvPr/>
            </p:nvSpPr>
            <p:spPr>
              <a:xfrm>
                <a:off x="4333477" y="4246964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7" name="Google Shape;5104;p38">
                <a:extLst>
                  <a:ext uri="{FF2B5EF4-FFF2-40B4-BE49-F238E27FC236}">
                    <a16:creationId xmlns:a16="http://schemas.microsoft.com/office/drawing/2014/main" id="{DD0DF750-03BF-FF6C-931B-3F67095C025E}"/>
                  </a:ext>
                </a:extLst>
              </p:cNvPr>
              <p:cNvSpPr/>
              <p:nvPr/>
            </p:nvSpPr>
            <p:spPr>
              <a:xfrm>
                <a:off x="4660888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21" y="3021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FF00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8" name="Google Shape;5105;p38">
                <a:extLst>
                  <a:ext uri="{FF2B5EF4-FFF2-40B4-BE49-F238E27FC236}">
                    <a16:creationId xmlns:a16="http://schemas.microsoft.com/office/drawing/2014/main" id="{97C899B6-ECF2-AB9B-1210-C5E9E86116CE}"/>
                  </a:ext>
                </a:extLst>
              </p:cNvPr>
              <p:cNvSpPr/>
              <p:nvPr/>
            </p:nvSpPr>
            <p:spPr>
              <a:xfrm>
                <a:off x="4606356" y="4192377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9" name="Google Shape;5106;p38">
                <a:extLst>
                  <a:ext uri="{FF2B5EF4-FFF2-40B4-BE49-F238E27FC236}">
                    <a16:creationId xmlns:a16="http://schemas.microsoft.com/office/drawing/2014/main" id="{844ACD33-5D04-BA54-7A2A-D69142A30324}"/>
                  </a:ext>
                </a:extLst>
              </p:cNvPr>
              <p:cNvSpPr/>
              <p:nvPr/>
            </p:nvSpPr>
            <p:spPr>
              <a:xfrm>
                <a:off x="4333477" y="4192377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1"/>
                    </a:moveTo>
                    <a:lnTo>
                      <a:pt x="0" y="3021"/>
                    </a:lnTo>
                    <a:lnTo>
                      <a:pt x="3020" y="3021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0" name="Google Shape;5107;p38">
                <a:extLst>
                  <a:ext uri="{FF2B5EF4-FFF2-40B4-BE49-F238E27FC236}">
                    <a16:creationId xmlns:a16="http://schemas.microsoft.com/office/drawing/2014/main" id="{E59B9550-D8AE-6757-9A7A-B1F57F079489}"/>
                  </a:ext>
                </a:extLst>
              </p:cNvPr>
              <p:cNvSpPr/>
              <p:nvPr/>
            </p:nvSpPr>
            <p:spPr>
              <a:xfrm>
                <a:off x="4278927" y="4192377"/>
                <a:ext cx="54568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1" extrusionOk="0">
                    <a:moveTo>
                      <a:pt x="1" y="1"/>
                    </a:moveTo>
                    <a:lnTo>
                      <a:pt x="1" y="3021"/>
                    </a:lnTo>
                    <a:lnTo>
                      <a:pt x="3018" y="3021"/>
                    </a:lnTo>
                    <a:lnTo>
                      <a:pt x="30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1" name="Google Shape;5108;p38">
                <a:extLst>
                  <a:ext uri="{FF2B5EF4-FFF2-40B4-BE49-F238E27FC236}">
                    <a16:creationId xmlns:a16="http://schemas.microsoft.com/office/drawing/2014/main" id="{4EDF51BD-81E7-3B28-1F23-962CC08D2029}"/>
                  </a:ext>
                </a:extLst>
              </p:cNvPr>
              <p:cNvSpPr/>
              <p:nvPr/>
            </p:nvSpPr>
            <p:spPr>
              <a:xfrm>
                <a:off x="4660888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1" y="301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2" name="Google Shape;5109;p38">
                <a:extLst>
                  <a:ext uri="{FF2B5EF4-FFF2-40B4-BE49-F238E27FC236}">
                    <a16:creationId xmlns:a16="http://schemas.microsoft.com/office/drawing/2014/main" id="{4B163534-4564-B759-20E5-9688AE6E3CE5}"/>
                  </a:ext>
                </a:extLst>
              </p:cNvPr>
              <p:cNvSpPr/>
              <p:nvPr/>
            </p:nvSpPr>
            <p:spPr>
              <a:xfrm>
                <a:off x="4606356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3" name="Google Shape;5110;p38">
                <a:extLst>
                  <a:ext uri="{FF2B5EF4-FFF2-40B4-BE49-F238E27FC236}">
                    <a16:creationId xmlns:a16="http://schemas.microsoft.com/office/drawing/2014/main" id="{B97E4594-C4A8-6588-4765-5CAD39CF7D96}"/>
                  </a:ext>
                </a:extLst>
              </p:cNvPr>
              <p:cNvSpPr/>
              <p:nvPr/>
            </p:nvSpPr>
            <p:spPr>
              <a:xfrm>
                <a:off x="4551769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4" name="Google Shape;5111;p38">
                <a:extLst>
                  <a:ext uri="{FF2B5EF4-FFF2-40B4-BE49-F238E27FC236}">
                    <a16:creationId xmlns:a16="http://schemas.microsoft.com/office/drawing/2014/main" id="{7E0D00D2-5DD5-3891-488C-6EDBB011D172}"/>
                  </a:ext>
                </a:extLst>
              </p:cNvPr>
              <p:cNvSpPr/>
              <p:nvPr/>
            </p:nvSpPr>
            <p:spPr>
              <a:xfrm>
                <a:off x="4497183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5" name="Google Shape;5112;p38">
                <a:extLst>
                  <a:ext uri="{FF2B5EF4-FFF2-40B4-BE49-F238E27FC236}">
                    <a16:creationId xmlns:a16="http://schemas.microsoft.com/office/drawing/2014/main" id="{498C0058-13D2-B374-0D06-1A9DADD3972F}"/>
                  </a:ext>
                </a:extLst>
              </p:cNvPr>
              <p:cNvSpPr/>
              <p:nvPr/>
            </p:nvSpPr>
            <p:spPr>
              <a:xfrm>
                <a:off x="4442650" y="4137845"/>
                <a:ext cx="5455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6" name="Google Shape;5113;p38">
                <a:extLst>
                  <a:ext uri="{FF2B5EF4-FFF2-40B4-BE49-F238E27FC236}">
                    <a16:creationId xmlns:a16="http://schemas.microsoft.com/office/drawing/2014/main" id="{59952D9A-4343-F511-8308-373EFCF8CBEE}"/>
                  </a:ext>
                </a:extLst>
              </p:cNvPr>
              <p:cNvSpPr/>
              <p:nvPr/>
            </p:nvSpPr>
            <p:spPr>
              <a:xfrm>
                <a:off x="4388064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7" name="Google Shape;5114;p38">
                <a:extLst>
                  <a:ext uri="{FF2B5EF4-FFF2-40B4-BE49-F238E27FC236}">
                    <a16:creationId xmlns:a16="http://schemas.microsoft.com/office/drawing/2014/main" id="{F480B766-CA2A-5F1E-7603-FEE73949F22E}"/>
                  </a:ext>
                </a:extLst>
              </p:cNvPr>
              <p:cNvSpPr/>
              <p:nvPr/>
            </p:nvSpPr>
            <p:spPr>
              <a:xfrm>
                <a:off x="4333477" y="4137845"/>
                <a:ext cx="54605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8" extrusionOk="0">
                    <a:moveTo>
                      <a:pt x="0" y="0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8" name="Google Shape;5115;p38">
                <a:extLst>
                  <a:ext uri="{FF2B5EF4-FFF2-40B4-BE49-F238E27FC236}">
                    <a16:creationId xmlns:a16="http://schemas.microsoft.com/office/drawing/2014/main" id="{3BA6B2F8-4A69-3A79-740D-111FAF86A185}"/>
                  </a:ext>
                </a:extLst>
              </p:cNvPr>
              <p:cNvSpPr/>
              <p:nvPr/>
            </p:nvSpPr>
            <p:spPr>
              <a:xfrm>
                <a:off x="4278927" y="4137845"/>
                <a:ext cx="54568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18" extrusionOk="0">
                    <a:moveTo>
                      <a:pt x="1" y="0"/>
                    </a:moveTo>
                    <a:lnTo>
                      <a:pt x="1" y="3018"/>
                    </a:lnTo>
                    <a:lnTo>
                      <a:pt x="3018" y="3018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9" name="Google Shape;5116;p38">
                <a:extLst>
                  <a:ext uri="{FF2B5EF4-FFF2-40B4-BE49-F238E27FC236}">
                    <a16:creationId xmlns:a16="http://schemas.microsoft.com/office/drawing/2014/main" id="{0FA2869D-41CD-926A-2068-369ADDBF002B}"/>
                  </a:ext>
                </a:extLst>
              </p:cNvPr>
              <p:cNvSpPr/>
              <p:nvPr/>
            </p:nvSpPr>
            <p:spPr>
              <a:xfrm>
                <a:off x="4606356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0" name="Google Shape;5117;p38">
                <a:extLst>
                  <a:ext uri="{FF2B5EF4-FFF2-40B4-BE49-F238E27FC236}">
                    <a16:creationId xmlns:a16="http://schemas.microsoft.com/office/drawing/2014/main" id="{549CAD32-9801-263D-9D2E-13B02E3C3103}"/>
                  </a:ext>
                </a:extLst>
              </p:cNvPr>
              <p:cNvSpPr/>
              <p:nvPr/>
            </p:nvSpPr>
            <p:spPr>
              <a:xfrm>
                <a:off x="4497183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1" name="Google Shape;5118;p38">
                <a:extLst>
                  <a:ext uri="{FF2B5EF4-FFF2-40B4-BE49-F238E27FC236}">
                    <a16:creationId xmlns:a16="http://schemas.microsoft.com/office/drawing/2014/main" id="{E7499228-D754-3820-641C-37F61B19A2EB}"/>
                  </a:ext>
                </a:extLst>
              </p:cNvPr>
              <p:cNvSpPr/>
              <p:nvPr/>
            </p:nvSpPr>
            <p:spPr>
              <a:xfrm>
                <a:off x="4442650" y="4083259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2" name="Google Shape;5119;p38">
                <a:extLst>
                  <a:ext uri="{FF2B5EF4-FFF2-40B4-BE49-F238E27FC236}">
                    <a16:creationId xmlns:a16="http://schemas.microsoft.com/office/drawing/2014/main" id="{BBBFAF41-524F-73A5-00F9-6AFBD0A0611D}"/>
                  </a:ext>
                </a:extLst>
              </p:cNvPr>
              <p:cNvSpPr/>
              <p:nvPr/>
            </p:nvSpPr>
            <p:spPr>
              <a:xfrm>
                <a:off x="4333477" y="4083259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3" name="Google Shape;5120;p38">
                <a:extLst>
                  <a:ext uri="{FF2B5EF4-FFF2-40B4-BE49-F238E27FC236}">
                    <a16:creationId xmlns:a16="http://schemas.microsoft.com/office/drawing/2014/main" id="{330520E0-5EAB-6274-C9F5-502D499ECFE7}"/>
                  </a:ext>
                </a:extLst>
              </p:cNvPr>
              <p:cNvSpPr/>
              <p:nvPr/>
            </p:nvSpPr>
            <p:spPr>
              <a:xfrm>
                <a:off x="4606356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4" name="Google Shape;5121;p38">
                <a:extLst>
                  <a:ext uri="{FF2B5EF4-FFF2-40B4-BE49-F238E27FC236}">
                    <a16:creationId xmlns:a16="http://schemas.microsoft.com/office/drawing/2014/main" id="{F58C38D0-1807-0FD3-ABAA-B86F31B82E4E}"/>
                  </a:ext>
                </a:extLst>
              </p:cNvPr>
              <p:cNvSpPr/>
              <p:nvPr/>
            </p:nvSpPr>
            <p:spPr>
              <a:xfrm>
                <a:off x="4551769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5" name="Google Shape;5122;p38">
                <a:extLst>
                  <a:ext uri="{FF2B5EF4-FFF2-40B4-BE49-F238E27FC236}">
                    <a16:creationId xmlns:a16="http://schemas.microsoft.com/office/drawing/2014/main" id="{B3460332-425D-D64D-5634-C1A97CE2FD4A}"/>
                  </a:ext>
                </a:extLst>
              </p:cNvPr>
              <p:cNvSpPr/>
              <p:nvPr/>
            </p:nvSpPr>
            <p:spPr>
              <a:xfrm>
                <a:off x="4497183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1" y="0"/>
                    </a:moveTo>
                    <a:lnTo>
                      <a:pt x="1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6" name="Google Shape;5123;p38">
                <a:extLst>
                  <a:ext uri="{FF2B5EF4-FFF2-40B4-BE49-F238E27FC236}">
                    <a16:creationId xmlns:a16="http://schemas.microsoft.com/office/drawing/2014/main" id="{8007BC7F-6172-955E-0BB7-EFC741653CE0}"/>
                  </a:ext>
                </a:extLst>
              </p:cNvPr>
              <p:cNvSpPr/>
              <p:nvPr/>
            </p:nvSpPr>
            <p:spPr>
              <a:xfrm>
                <a:off x="4442650" y="4028672"/>
                <a:ext cx="54550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18" y="3020"/>
                    </a:lnTo>
                    <a:lnTo>
                      <a:pt x="3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7" name="Google Shape;5124;p38">
                <a:extLst>
                  <a:ext uri="{FF2B5EF4-FFF2-40B4-BE49-F238E27FC236}">
                    <a16:creationId xmlns:a16="http://schemas.microsoft.com/office/drawing/2014/main" id="{24B622DA-7E60-6ABD-7004-B09EED273640}"/>
                  </a:ext>
                </a:extLst>
              </p:cNvPr>
              <p:cNvSpPr/>
              <p:nvPr/>
            </p:nvSpPr>
            <p:spPr>
              <a:xfrm>
                <a:off x="4388064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8" name="Google Shape;5125;p38">
                <a:extLst>
                  <a:ext uri="{FF2B5EF4-FFF2-40B4-BE49-F238E27FC236}">
                    <a16:creationId xmlns:a16="http://schemas.microsoft.com/office/drawing/2014/main" id="{39152E89-8B68-52C6-1717-482B556BEFC0}"/>
                  </a:ext>
                </a:extLst>
              </p:cNvPr>
              <p:cNvSpPr/>
              <p:nvPr/>
            </p:nvSpPr>
            <p:spPr>
              <a:xfrm>
                <a:off x="4333477" y="4028672"/>
                <a:ext cx="54605" cy="54605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21" extrusionOk="0">
                    <a:moveTo>
                      <a:pt x="0" y="0"/>
                    </a:moveTo>
                    <a:lnTo>
                      <a:pt x="0" y="3020"/>
                    </a:lnTo>
                    <a:lnTo>
                      <a:pt x="3020" y="3020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9" name="Google Shape;5126;p38">
                <a:extLst>
                  <a:ext uri="{FF2B5EF4-FFF2-40B4-BE49-F238E27FC236}">
                    <a16:creationId xmlns:a16="http://schemas.microsoft.com/office/drawing/2014/main" id="{5BBAA526-0FC6-72DA-AC39-ED8D498F3802}"/>
                  </a:ext>
                </a:extLst>
              </p:cNvPr>
              <p:cNvSpPr/>
              <p:nvPr/>
            </p:nvSpPr>
            <p:spPr>
              <a:xfrm>
                <a:off x="4551769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0" name="Google Shape;5127;p38">
                <a:extLst>
                  <a:ext uri="{FF2B5EF4-FFF2-40B4-BE49-F238E27FC236}">
                    <a16:creationId xmlns:a16="http://schemas.microsoft.com/office/drawing/2014/main" id="{B1347DC9-B669-3E65-5EB8-C96E462E57D0}"/>
                  </a:ext>
                </a:extLst>
              </p:cNvPr>
              <p:cNvSpPr/>
              <p:nvPr/>
            </p:nvSpPr>
            <p:spPr>
              <a:xfrm>
                <a:off x="4388064" y="3974122"/>
                <a:ext cx="54605" cy="54568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3019" extrusionOk="0">
                    <a:moveTo>
                      <a:pt x="0" y="1"/>
                    </a:moveTo>
                    <a:lnTo>
                      <a:pt x="0" y="3018"/>
                    </a:lnTo>
                    <a:lnTo>
                      <a:pt x="3020" y="3018"/>
                    </a:ln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Basic Template: Retro Arcade Theme for Marketing by Slidesgo">
  <a:themeElements>
    <a:clrScheme name="Simple Light">
      <a:dk1>
        <a:srgbClr val="191919"/>
      </a:dk1>
      <a:lt1>
        <a:srgbClr val="FFE400"/>
      </a:lt1>
      <a:dk2>
        <a:srgbClr val="D600FF"/>
      </a:dk2>
      <a:lt2>
        <a:srgbClr val="833AB4"/>
      </a:lt2>
      <a:accent1>
        <a:srgbClr val="FF7600"/>
      </a:accent1>
      <a:accent2>
        <a:srgbClr val="FF000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795</Words>
  <Application>Microsoft Office PowerPoint</Application>
  <PresentationFormat>Presentación en pantalla (16:9)</PresentationFormat>
  <Paragraphs>128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Press Start 2P</vt:lpstr>
      <vt:lpstr>Cousine</vt:lpstr>
      <vt:lpstr>Arial</vt:lpstr>
      <vt:lpstr>Open Sans</vt:lpstr>
      <vt:lpstr>Basic Template: Retro Arcade Theme for Marketing by Slidesgo</vt:lpstr>
      <vt:lpstr>Dungeon Fighter</vt:lpstr>
      <vt:lpstr>Juego Top Down en 2D</vt:lpstr>
      <vt:lpstr>Stack Tecnológico</vt:lpstr>
      <vt:lpstr>Objetivos y Alcance</vt:lpstr>
      <vt:lpstr>UI – Guardado – Firestore</vt:lpstr>
      <vt:lpstr>Inicio de Sesión</vt:lpstr>
      <vt:lpstr>GameSaveServicio</vt:lpstr>
      <vt:lpstr>REST Identity Toolkit (Firebase Auth)</vt:lpstr>
      <vt:lpstr>Autologin: PlayerPrefs</vt:lpstr>
      <vt:lpstr>Guardado de Partida</vt:lpstr>
      <vt:lpstr>Movimiento 2D (Rigidbody2D + Animator)</vt:lpstr>
      <vt:lpstr>Ataque melee (Espada)</vt:lpstr>
      <vt:lpstr>IA del Enemigo</vt:lpstr>
      <vt:lpstr>Cofres y Puertas</vt:lpstr>
      <vt:lpstr>Retos y Soluciones</vt:lpstr>
      <vt:lpstr>Posibles Ampliaciones</vt:lpstr>
      <vt:lpstr>Adrián Rodríguez Rodríguez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Adrián Rodríguez Rodríguez</dc:creator>
  <cp:lastModifiedBy>Adrián Rodríguez Rodríguez</cp:lastModifiedBy>
  <cp:revision>5</cp:revision>
  <dcterms:modified xsi:type="dcterms:W3CDTF">2026-01-18T20:36:32Z</dcterms:modified>
</cp:coreProperties>
</file>